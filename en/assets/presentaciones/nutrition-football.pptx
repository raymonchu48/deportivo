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8483e6ca9b4fc4" /><Relationship Type="http://schemas.openxmlformats.org/officeDocument/2006/relationships/extended-properties" Target="/docProps/app.xml" Id="Rea10d4ec8fa44b93" /><Relationship Type="http://schemas.openxmlformats.org/officeDocument/2006/relationships/officeDocument" Target="/ppt/presentation.xml" Id="R59326b6b8c904e96" /></Relationships>
</file>

<file path=ppt/presentation.xml><?xml version="1.0" encoding="utf-8"?>
<p:presentation xmlns:p="http://schemas.openxmlformats.org/presentationml/2006/main">
  <p:sldMasterIdLst>
    <p:sldMasterId xmlns:r="http://schemas.openxmlformats.org/officeDocument/2006/relationships" id="2147483648" r:id="R03bdbc5a4a4c4b3a"/>
  </p:sldMasterIdLst>
  <p:notesMasterIdLst>
    <p:notesMasterId xmlns:r="http://schemas.openxmlformats.org/officeDocument/2006/relationships" r:id="R45a7321866a54b51"/>
  </p:notesMasterIdLst>
  <p:sldIdLst>
    <p:sldId xmlns:r="http://schemas.openxmlformats.org/officeDocument/2006/relationships" id="256" r:id="R792ccdcfe53f44e1"/>
    <p:sldId xmlns:r="http://schemas.openxmlformats.org/officeDocument/2006/relationships" id="257" r:id="R6e1cf7aafce247fd"/>
    <p:sldId xmlns:r="http://schemas.openxmlformats.org/officeDocument/2006/relationships" id="258" r:id="Rdc418fe2076e4cb5"/>
    <p:sldId xmlns:r="http://schemas.openxmlformats.org/officeDocument/2006/relationships" id="259" r:id="R096452c6cc294175"/>
    <p:sldId xmlns:r="http://schemas.openxmlformats.org/officeDocument/2006/relationships" id="260" r:id="R7660cc3e9515431a"/>
    <p:sldId xmlns:r="http://schemas.openxmlformats.org/officeDocument/2006/relationships" id="261" r:id="Rac892bb7c78a45d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be9548d443543ac" /><Relationship Type="http://schemas.openxmlformats.org/officeDocument/2006/relationships/slideMaster" Target="/ppt/slideMasters/slideMaster1.xml" Id="R03bdbc5a4a4c4b3a" /><Relationship Type="http://schemas.openxmlformats.org/officeDocument/2006/relationships/notesMaster" Target="/ppt/notesMasters/notesMaster1.xml" Id="R45a7321866a54b51" /><Relationship Type="http://schemas.openxmlformats.org/officeDocument/2006/relationships/presProps" Target="/ppt/presProps.xml" Id="R0588120221f243bc" /><Relationship Type="http://schemas.openxmlformats.org/officeDocument/2006/relationships/viewProps" Target="/ppt/viewProps.xml" Id="Rcfba85552c5d41b6" /><Relationship Type="http://schemas.openxmlformats.org/officeDocument/2006/relationships/tableStyles" Target="/ppt/tableStyles.xml" Id="Ra5c1a4711fc8429e" /><Relationship Type="http://schemas.openxmlformats.org/officeDocument/2006/relationships/slide" Target="/ppt/slides/slide1.xml" Id="R792ccdcfe53f44e1" /><Relationship Type="http://schemas.openxmlformats.org/officeDocument/2006/relationships/slide" Target="/ppt/slides/slide2.xml" Id="R6e1cf7aafce247fd" /><Relationship Type="http://schemas.openxmlformats.org/officeDocument/2006/relationships/slide" Target="/ppt/slides/slide3.xml" Id="Rdc418fe2076e4cb5" /><Relationship Type="http://schemas.openxmlformats.org/officeDocument/2006/relationships/slide" Target="/ppt/slides/slide4.xml" Id="R096452c6cc294175" /><Relationship Type="http://schemas.openxmlformats.org/officeDocument/2006/relationships/slide" Target="/ppt/slides/slide5.xml" Id="R7660cc3e9515431a" /><Relationship Type="http://schemas.openxmlformats.org/officeDocument/2006/relationships/slide" Target="/ppt/slides/slide6.xml" Id="Rac892bb7c78a45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16a11daf7a48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4683d2645e4718" /><Relationship Type="http://schemas.openxmlformats.org/officeDocument/2006/relationships/notesMaster" Target="/ppt/notesMasters/notesMaster1.xml" Id="R5bd72855077646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3afa436b2e48be" /><Relationship Type="http://schemas.openxmlformats.org/officeDocument/2006/relationships/notesMaster" Target="/ppt/notesMasters/notesMaster1.xml" Id="R9518e46e91c942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1090e6aaeb456f" /><Relationship Type="http://schemas.openxmlformats.org/officeDocument/2006/relationships/notesMaster" Target="/ppt/notesMasters/notesMaster1.xml" Id="R814895753d1a4f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0a9ab53fad4393" /><Relationship Type="http://schemas.openxmlformats.org/officeDocument/2006/relationships/notesMaster" Target="/ppt/notesMasters/notesMaster1.xml" Id="Rd4a6b9c571bc4d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e415722bc04c45" /><Relationship Type="http://schemas.openxmlformats.org/officeDocument/2006/relationships/notesMaster" Target="/ppt/notesMasters/notesMaster1.xml" Id="Ra4fe89a0da0f4b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052b209d84498a" /><Relationship Type="http://schemas.openxmlformats.org/officeDocument/2006/relationships/notesMaster" Target="/ppt/notesMasters/notesMaster1.xml" Id="R0dd0913597844e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99b455451942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a1f6a626ff4e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599404f99642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a57c53ff7046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31bd8b77e842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553754cb64456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a296ac14a8444a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65b03c956f846f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18d37195eb94e0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798985c69c4497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3a50285b2344ed1" /></Relationships>
</file>

<file path=ppt/slideLayouts/slideLayout1.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9597BA34-44DF-4598-B03C-167011E026E0}"/>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Haga clic para modificar el estilo de título del patrón</a:t>
            </a:r>
          </a:p>
        </p:txBody>
      </p:sp>
      <p:sp>
        <p:nvSpPr>
          <p:cNvPr id="3" name="Subtítulo 2">
            <a:extLst xmlns:a="http://schemas.openxmlformats.org/drawingml/2006/main">
              <a:ext uri="{FF2B5EF4-FFF2-40B4-BE49-F238E27FC236}">
                <a16:creationId xmlns:a16="http://schemas.microsoft.com/office/drawing/2014/main" id="{E08E5D3C-468B-46F7-8490-BB6C063661B8}"/>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Haga clic para modificar el estilo de subtítulo del patrón</a:t>
            </a:r>
          </a:p>
        </p:txBody>
      </p:sp>
      <p:sp>
        <p:nvSpPr>
          <p:cNvPr id="4" name="Marcador de fecha 3">
            <a:extLst xmlns:a="http://schemas.openxmlformats.org/drawingml/2006/main">
              <a:ext uri="{FF2B5EF4-FFF2-40B4-BE49-F238E27FC236}">
                <a16:creationId xmlns:a16="http://schemas.microsoft.com/office/drawing/2014/main" id="{C80DE1A3-58AD-4DCF-9B41-D31251D0CD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5" name="Marcador de pie de página 4">
            <a:extLst xmlns:a="http://schemas.openxmlformats.org/drawingml/2006/main">
              <a:ext uri="{FF2B5EF4-FFF2-40B4-BE49-F238E27FC236}">
                <a16:creationId xmlns:a16="http://schemas.microsoft.com/office/drawing/2014/main" id="{2CDCE1D5-4635-42AB-BDCA-281E2E739B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55584A31-CB01-46B1-A63E-AE8D06019D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2.xml><?xml version="1.0" encoding="utf-8"?>
<p:sldLayout xmlns:p="http://schemas.openxmlformats.org/presentationml/2006/main" type="obj" preserve="1">
  <p:cSld name="Título y objetos">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F5E8E90-B715-490A-94E6-06F280136C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contenido 2">
            <a:extLst xmlns:a="http://schemas.openxmlformats.org/drawingml/2006/main">
              <a:ext uri="{FF2B5EF4-FFF2-40B4-BE49-F238E27FC236}">
                <a16:creationId xmlns:a16="http://schemas.microsoft.com/office/drawing/2014/main" id="{C3132613-2092-41EB-A93E-C1584119FEA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fecha 3">
            <a:extLst xmlns:a="http://schemas.openxmlformats.org/drawingml/2006/main">
              <a:ext uri="{FF2B5EF4-FFF2-40B4-BE49-F238E27FC236}">
                <a16:creationId xmlns:a16="http://schemas.microsoft.com/office/drawing/2014/main" id="{07A1145E-A2F1-4E61-ADCD-7D38A2C94D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5" name="Marcador de pie de página 4">
            <a:extLst xmlns:a="http://schemas.openxmlformats.org/drawingml/2006/main">
              <a:ext uri="{FF2B5EF4-FFF2-40B4-BE49-F238E27FC236}">
                <a16:creationId xmlns:a16="http://schemas.microsoft.com/office/drawing/2014/main" id="{19E404A0-80FA-4ED8-9BEE-22E2E2C045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880B3406-BAE3-410E-8778-391D9882CF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3.xml><?xml version="1.0" encoding="utf-8"?>
<p:sldLayout xmlns:p="http://schemas.openxmlformats.org/presentationml/2006/main" type="secHead" preserve="1">
  <p:cSld name="Encabezado de sec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1E7F7FE9-CDCD-4A66-90DA-B8A6176C7CD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Haga clic para modificar el estilo de título del patrón</a:t>
            </a:r>
          </a:p>
        </p:txBody>
      </p:sp>
      <p:sp>
        <p:nvSpPr>
          <p:cNvPr id="3" name="Marcador de texto 2">
            <a:extLst xmlns:a="http://schemas.openxmlformats.org/drawingml/2006/main">
              <a:ext uri="{FF2B5EF4-FFF2-40B4-BE49-F238E27FC236}">
                <a16:creationId xmlns:a16="http://schemas.microsoft.com/office/drawing/2014/main" id="{B5E1D9AA-6E93-4DC4-94A0-09A1C21E430E}"/>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Haga clic para modificar los estilos de texto del patrón</a:t>
            </a:r>
          </a:p>
        </p:txBody>
      </p:sp>
      <p:sp>
        <p:nvSpPr>
          <p:cNvPr id="4" name="Marcador de fecha 3">
            <a:extLst xmlns:a="http://schemas.openxmlformats.org/drawingml/2006/main">
              <a:ext uri="{FF2B5EF4-FFF2-40B4-BE49-F238E27FC236}">
                <a16:creationId xmlns:a16="http://schemas.microsoft.com/office/drawing/2014/main" id="{4918EA04-0B40-403B-A08C-BEE82BD936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5" name="Marcador de pie de página 4">
            <a:extLst xmlns:a="http://schemas.openxmlformats.org/drawingml/2006/main">
              <a:ext uri="{FF2B5EF4-FFF2-40B4-BE49-F238E27FC236}">
                <a16:creationId xmlns:a16="http://schemas.microsoft.com/office/drawing/2014/main" id="{FAB69777-6152-4A60-B9E0-E663B1E8A1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CA17C301-9F1A-49DF-80F8-6BC8BEEA17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4.xml><?xml version="1.0" encoding="utf-8"?>
<p:sldLayout xmlns:p="http://schemas.openxmlformats.org/presentationml/2006/main" type="twoObj" preserve="1">
  <p:cSld name="Dos objetos">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173EC9AA-6B1A-4610-AE9F-E68FF2C77E1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contenido 2">
            <a:extLst xmlns:a="http://schemas.openxmlformats.org/drawingml/2006/main">
              <a:ext uri="{FF2B5EF4-FFF2-40B4-BE49-F238E27FC236}">
                <a16:creationId xmlns:a16="http://schemas.microsoft.com/office/drawing/2014/main" id="{24785D1F-99C3-400D-A0AC-DADD2ABF32F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contenido 3">
            <a:extLst xmlns:a="http://schemas.openxmlformats.org/drawingml/2006/main">
              <a:ext uri="{FF2B5EF4-FFF2-40B4-BE49-F238E27FC236}">
                <a16:creationId xmlns:a16="http://schemas.microsoft.com/office/drawing/2014/main" id="{834B2594-544C-496C-BBB1-137C203B3DC8}"/>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5" name="Marcador de fecha 4">
            <a:extLst xmlns:a="http://schemas.openxmlformats.org/drawingml/2006/main">
              <a:ext uri="{FF2B5EF4-FFF2-40B4-BE49-F238E27FC236}">
                <a16:creationId xmlns:a16="http://schemas.microsoft.com/office/drawing/2014/main" id="{AC893882-390D-4DD9-81D4-6C261455B5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6" name="Marcador de pie de página 5">
            <a:extLst xmlns:a="http://schemas.openxmlformats.org/drawingml/2006/main">
              <a:ext uri="{FF2B5EF4-FFF2-40B4-BE49-F238E27FC236}">
                <a16:creationId xmlns:a16="http://schemas.microsoft.com/office/drawing/2014/main" id="{964BE3D7-3518-4CA6-B9ED-C9F7FA0F36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18559841-B029-47E8-ACB1-9CA02DFFA9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5.xml><?xml version="1.0" encoding="utf-8"?>
<p:sldLayout xmlns:p="http://schemas.openxmlformats.org/presentationml/2006/main" type="twoTxTwoObj" preserve="1">
  <p:cSld name="Compara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4DA629B7-F1D2-4576-9B04-8290790F775F}"/>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texto 2">
            <a:extLst xmlns:a="http://schemas.openxmlformats.org/drawingml/2006/main">
              <a:ext uri="{FF2B5EF4-FFF2-40B4-BE49-F238E27FC236}">
                <a16:creationId xmlns:a16="http://schemas.microsoft.com/office/drawing/2014/main" id="{BA799FB0-1D12-40A0-A1F0-97648E967EC6}"/>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4" name="Marcador de contenido 3">
            <a:extLst xmlns:a="http://schemas.openxmlformats.org/drawingml/2006/main">
              <a:ext uri="{FF2B5EF4-FFF2-40B4-BE49-F238E27FC236}">
                <a16:creationId xmlns:a16="http://schemas.microsoft.com/office/drawing/2014/main" id="{1E4927A2-4455-436A-AE96-D97314B4816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5" name="Marcador de texto 4">
            <a:extLst xmlns:a="http://schemas.openxmlformats.org/drawingml/2006/main">
              <a:ext uri="{FF2B5EF4-FFF2-40B4-BE49-F238E27FC236}">
                <a16:creationId xmlns:a16="http://schemas.microsoft.com/office/drawing/2014/main" id="{E12EB83E-0288-45DC-ADBE-2F3840D59FD1}"/>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6" name="Marcador de contenido 5">
            <a:extLst xmlns:a="http://schemas.openxmlformats.org/drawingml/2006/main">
              <a:ext uri="{FF2B5EF4-FFF2-40B4-BE49-F238E27FC236}">
                <a16:creationId xmlns:a16="http://schemas.microsoft.com/office/drawing/2014/main" id="{FE58B2C7-53E9-4551-9F03-936FE84DA42B}"/>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7" name="Marcador de fecha 6">
            <a:extLst xmlns:a="http://schemas.openxmlformats.org/drawingml/2006/main">
              <a:ext uri="{FF2B5EF4-FFF2-40B4-BE49-F238E27FC236}">
                <a16:creationId xmlns:a16="http://schemas.microsoft.com/office/drawing/2014/main" id="{5D13800B-F50A-4299-B173-6BAF835552F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8" name="Marcador de pie de página 7">
            <a:extLst xmlns:a="http://schemas.openxmlformats.org/drawingml/2006/main">
              <a:ext uri="{FF2B5EF4-FFF2-40B4-BE49-F238E27FC236}">
                <a16:creationId xmlns:a16="http://schemas.microsoft.com/office/drawing/2014/main" id="{1EA8B9AB-4D32-415C-82C7-BA4BBD7729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Marcador de número de diapositiva 8">
            <a:extLst xmlns:a="http://schemas.openxmlformats.org/drawingml/2006/main">
              <a:ext uri="{FF2B5EF4-FFF2-40B4-BE49-F238E27FC236}">
                <a16:creationId xmlns:a16="http://schemas.microsoft.com/office/drawing/2014/main" id="{8BA77877-AE42-46A2-9C56-1E9E892498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6.xml><?xml version="1.0" encoding="utf-8"?>
<p:sldLayout xmlns:p="http://schemas.openxmlformats.org/presentationml/2006/main" type="titleOnly" preserve="1">
  <p:cSld name="Solo el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5F114136-D1C8-4DAA-BA36-331D6809D3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fecha 2">
            <a:extLst xmlns:a="http://schemas.openxmlformats.org/drawingml/2006/main">
              <a:ext uri="{FF2B5EF4-FFF2-40B4-BE49-F238E27FC236}">
                <a16:creationId xmlns:a16="http://schemas.microsoft.com/office/drawing/2014/main" id="{4B308513-EF2C-4DA9-A3E4-40ABEC679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4" name="Marcador de pie de página 3">
            <a:extLst xmlns:a="http://schemas.openxmlformats.org/drawingml/2006/main">
              <a:ext uri="{FF2B5EF4-FFF2-40B4-BE49-F238E27FC236}">
                <a16:creationId xmlns:a16="http://schemas.microsoft.com/office/drawing/2014/main" id="{5A528C05-5975-460D-AACF-ABDA2E91E9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47C77367-5733-4388-A484-FE6B4045F6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7.xml><?xml version="1.0" encoding="utf-8"?>
<p:sldLayout xmlns:p="http://schemas.openxmlformats.org/presentationml/2006/main" type="blank" preserve="1">
  <p:cSld name="En blanco">
    <p:spTree>
      <p:nvGrpSpPr>
        <p:cNvPr id="1" name=""/>
        <p:cNvGrpSpPr/>
        <p:nvPr/>
      </p:nvGrpSpPr>
      <p:grpSpPr>
        <a:xfrm xmlns:a="http://schemas.openxmlformats.org/drawingml/2006/main"/>
      </p:grpSpPr>
      <p:sp>
        <p:nvSpPr>
          <p:cNvPr id="2" name="Marcador de fecha 1">
            <a:extLst xmlns:a="http://schemas.openxmlformats.org/drawingml/2006/main">
              <a:ext uri="{FF2B5EF4-FFF2-40B4-BE49-F238E27FC236}">
                <a16:creationId xmlns:a16="http://schemas.microsoft.com/office/drawing/2014/main" id="{8ED237D5-589F-4BDD-9E30-F83819B7D6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3" name="Marcador de pie de página 2">
            <a:extLst xmlns:a="http://schemas.openxmlformats.org/drawingml/2006/main">
              <a:ext uri="{FF2B5EF4-FFF2-40B4-BE49-F238E27FC236}">
                <a16:creationId xmlns:a16="http://schemas.microsoft.com/office/drawing/2014/main" id="{1D129960-C97F-48D7-976D-C59D416FCD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Marcador de número de diapositiva 3">
            <a:extLst xmlns:a="http://schemas.openxmlformats.org/drawingml/2006/main">
              <a:ext uri="{FF2B5EF4-FFF2-40B4-BE49-F238E27FC236}">
                <a16:creationId xmlns:a16="http://schemas.microsoft.com/office/drawing/2014/main" id="{CFF5C5B8-80E9-4CB1-BFFB-94E5A658B4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8.xml><?xml version="1.0" encoding="utf-8"?>
<p:sldLayout xmlns:p="http://schemas.openxmlformats.org/presentationml/2006/main" type="objTx" preserve="1">
  <p:cSld name="Contenido con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F122F5C8-E9A1-4010-B0E8-635263609DF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Haga clic para modificar el estilo de título del patrón</a:t>
            </a:r>
          </a:p>
        </p:txBody>
      </p:sp>
      <p:sp>
        <p:nvSpPr>
          <p:cNvPr id="3" name="Marcador de contenido 2">
            <a:extLst xmlns:a="http://schemas.openxmlformats.org/drawingml/2006/main">
              <a:ext uri="{FF2B5EF4-FFF2-40B4-BE49-F238E27FC236}">
                <a16:creationId xmlns:a16="http://schemas.microsoft.com/office/drawing/2014/main" id="{77C7C3E0-D0E4-42AB-BE42-9C404EF6F334}"/>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texto 3">
            <a:extLst xmlns:a="http://schemas.openxmlformats.org/drawingml/2006/main">
              <a:ext uri="{FF2B5EF4-FFF2-40B4-BE49-F238E27FC236}">
                <a16:creationId xmlns:a16="http://schemas.microsoft.com/office/drawing/2014/main" id="{F194849D-7C21-423C-97EC-5F3FCA2F8F5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Haga clic para modificar los estilos de texto del patrón</a:t>
            </a:r>
          </a:p>
        </p:txBody>
      </p:sp>
      <p:sp>
        <p:nvSpPr>
          <p:cNvPr id="5" name="Marcador de fecha 4">
            <a:extLst xmlns:a="http://schemas.openxmlformats.org/drawingml/2006/main">
              <a:ext uri="{FF2B5EF4-FFF2-40B4-BE49-F238E27FC236}">
                <a16:creationId xmlns:a16="http://schemas.microsoft.com/office/drawing/2014/main" id="{75770FFB-042D-4234-9396-724856AA7E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6" name="Marcador de pie de página 5">
            <a:extLst xmlns:a="http://schemas.openxmlformats.org/drawingml/2006/main">
              <a:ext uri="{FF2B5EF4-FFF2-40B4-BE49-F238E27FC236}">
                <a16:creationId xmlns:a16="http://schemas.microsoft.com/office/drawing/2014/main" id="{9DABA48C-55DF-42D0-8EF6-BEA8A13F25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8694B3C8-2C0D-46AA-8368-F5046376BB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9.xml><?xml version="1.0" encoding="utf-8"?>
<p:sldLayout xmlns:p="http://schemas.openxmlformats.org/presentationml/2006/main" type="picTx" preserve="1">
  <p:cSld name="Imagen con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0AAAE800-EFD3-48D1-92FE-73BDDC49288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Haga clic para modificar el estilo de título del patrón</a:t>
            </a:r>
          </a:p>
        </p:txBody>
      </p:sp>
      <p:sp>
        <p:nvSpPr>
          <p:cNvPr id="3" name="Marcador de posición de imagen 2">
            <a:extLst xmlns:a="http://schemas.openxmlformats.org/drawingml/2006/main">
              <a:ext uri="{FF2B5EF4-FFF2-40B4-BE49-F238E27FC236}">
                <a16:creationId xmlns:a16="http://schemas.microsoft.com/office/drawing/2014/main" id="{812B8A3A-E4B6-4051-A4F0-CE2B4630D28D}"/>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Marcador de texto 3">
            <a:extLst xmlns:a="http://schemas.openxmlformats.org/drawingml/2006/main">
              <a:ext uri="{FF2B5EF4-FFF2-40B4-BE49-F238E27FC236}">
                <a16:creationId xmlns:a16="http://schemas.microsoft.com/office/drawing/2014/main" id="{AD5D15CF-DA8E-44ED-9894-2487C49B64E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Haga clic para modificar los estilos de texto del patrón</a:t>
            </a:r>
          </a:p>
        </p:txBody>
      </p:sp>
      <p:sp>
        <p:nvSpPr>
          <p:cNvPr id="5" name="Marcador de fecha 4">
            <a:extLst xmlns:a="http://schemas.openxmlformats.org/drawingml/2006/main">
              <a:ext uri="{FF2B5EF4-FFF2-40B4-BE49-F238E27FC236}">
                <a16:creationId xmlns:a16="http://schemas.microsoft.com/office/drawing/2014/main" id="{EE28072C-F820-46E6-95B4-DD45D1E123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6" name="Marcador de pie de página 5">
            <a:extLst xmlns:a="http://schemas.openxmlformats.org/drawingml/2006/main">
              <a:ext uri="{FF2B5EF4-FFF2-40B4-BE49-F238E27FC236}">
                <a16:creationId xmlns:a16="http://schemas.microsoft.com/office/drawing/2014/main" id="{5C1DBF70-D9C8-4551-B135-7C870F4ABD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E6510750-A962-400E-A0A7-47B38B2D3D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10.xml><?xml version="1.0" encoding="utf-8"?>
<p:sldLayout xmlns:p="http://schemas.openxmlformats.org/presentationml/2006/main" type="vertTx" preserve="1">
  <p:cSld name="Título y texto vertical">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FDC03F6-361F-44AB-8ED1-AB48F977CF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texto vertical 2">
            <a:extLst xmlns:a="http://schemas.openxmlformats.org/drawingml/2006/main">
              <a:ext uri="{FF2B5EF4-FFF2-40B4-BE49-F238E27FC236}">
                <a16:creationId xmlns:a16="http://schemas.microsoft.com/office/drawing/2014/main" id="{2FFDE480-D3D8-4EA5-BEA7-F62F7A8A48D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fecha 3">
            <a:extLst xmlns:a="http://schemas.openxmlformats.org/drawingml/2006/main">
              <a:ext uri="{FF2B5EF4-FFF2-40B4-BE49-F238E27FC236}">
                <a16:creationId xmlns:a16="http://schemas.microsoft.com/office/drawing/2014/main" id="{EFEEB1D6-37AF-439F-AEE4-CF05BE227F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5" name="Marcador de pie de página 4">
            <a:extLst xmlns:a="http://schemas.openxmlformats.org/drawingml/2006/main">
              <a:ext uri="{FF2B5EF4-FFF2-40B4-BE49-F238E27FC236}">
                <a16:creationId xmlns:a16="http://schemas.microsoft.com/office/drawing/2014/main" id="{70CF5ADF-FCA9-4870-AEE9-CF121C0C7B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DE3315B6-3478-42E6-8D70-EAD041C2A9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Layouts/slideLayout11.xml><?xml version="1.0" encoding="utf-8"?>
<p:sldLayout xmlns:p="http://schemas.openxmlformats.org/presentationml/2006/main" type="vertTitleAndTx" preserve="1">
  <p:cSld name="Título vertical y texto">
    <p:spTree>
      <p:nvGrpSpPr>
        <p:cNvPr id="1" name=""/>
        <p:cNvGrpSpPr/>
        <p:nvPr/>
      </p:nvGrpSpPr>
      <p:grpSpPr>
        <a:xfrm xmlns:a="http://schemas.openxmlformats.org/drawingml/2006/main"/>
      </p:grpSpPr>
      <p:sp>
        <p:nvSpPr>
          <p:cNvPr id="2" name="Título vertical 1">
            <a:extLst xmlns:a="http://schemas.openxmlformats.org/drawingml/2006/main">
              <a:ext uri="{FF2B5EF4-FFF2-40B4-BE49-F238E27FC236}">
                <a16:creationId xmlns:a16="http://schemas.microsoft.com/office/drawing/2014/main" id="{74D04125-43DD-43FE-A991-5EE82AD5BE0B}"/>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Haga clic para modificar el estilo de título del patrón</a:t>
            </a:r>
          </a:p>
        </p:txBody>
      </p:sp>
      <p:sp>
        <p:nvSpPr>
          <p:cNvPr id="3" name="Marcador de texto vertical 2">
            <a:extLst xmlns:a="http://schemas.openxmlformats.org/drawingml/2006/main">
              <a:ext uri="{FF2B5EF4-FFF2-40B4-BE49-F238E27FC236}">
                <a16:creationId xmlns:a16="http://schemas.microsoft.com/office/drawing/2014/main" id="{216AE3A7-DDEC-4D13-9A66-46C7A861CAE8}"/>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fecha 3">
            <a:extLst xmlns:a="http://schemas.openxmlformats.org/drawingml/2006/main">
              <a:ext uri="{FF2B5EF4-FFF2-40B4-BE49-F238E27FC236}">
                <a16:creationId xmlns:a16="http://schemas.microsoft.com/office/drawing/2014/main" id="{9661CC70-FE4E-423E-B56A-BBA271E7B6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98B8E34-BE83-49EA-B020-7CE7C93A0742}" type="datetimeFigureOut">
              <a:t>30/12/2021</a:t>
            </a:fld>
            <a:endParaRPr/>
          </a:p>
        </p:txBody>
      </p:sp>
      <p:sp>
        <p:nvSpPr>
          <p:cNvPr id="5" name="Marcador de pie de página 4">
            <a:extLst xmlns:a="http://schemas.openxmlformats.org/drawingml/2006/main">
              <a:ext uri="{FF2B5EF4-FFF2-40B4-BE49-F238E27FC236}">
                <a16:creationId xmlns:a16="http://schemas.microsoft.com/office/drawing/2014/main" id="{9BA6A60E-9008-41E5-B926-DC92D9DC6B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FD753F86-8653-4BB3-BB91-0A3409C781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A94A89D-99D3-4793-8921-A182D9270FF8}"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008459f66a43c0" /><Relationship Type="http://schemas.openxmlformats.org/officeDocument/2006/relationships/slideLayout" Target="/ppt/slideLayouts/slideLayout1.xml" Id="R1b3a871b29794fe6" /><Relationship Type="http://schemas.openxmlformats.org/officeDocument/2006/relationships/slideLayout" Target="/ppt/slideLayouts/slideLayout2.xml" Id="R7293e96e3f354ec2" /><Relationship Type="http://schemas.openxmlformats.org/officeDocument/2006/relationships/slideLayout" Target="/ppt/slideLayouts/slideLayout3.xml" Id="R7783206c8ea046eb" /><Relationship Type="http://schemas.openxmlformats.org/officeDocument/2006/relationships/slideLayout" Target="/ppt/slideLayouts/slideLayout4.xml" Id="Rd6e0512a6aac456b" /><Relationship Type="http://schemas.openxmlformats.org/officeDocument/2006/relationships/slideLayout" Target="/ppt/slideLayouts/slideLayout5.xml" Id="R99f890acfc84487e" /><Relationship Type="http://schemas.openxmlformats.org/officeDocument/2006/relationships/slideLayout" Target="/ppt/slideLayouts/slideLayout6.xml" Id="R7fa4969a6a124077" /><Relationship Type="http://schemas.openxmlformats.org/officeDocument/2006/relationships/slideLayout" Target="/ppt/slideLayouts/slideLayout7.xml" Id="R2c5b77d9b0ff4020" /><Relationship Type="http://schemas.openxmlformats.org/officeDocument/2006/relationships/slideLayout" Target="/ppt/slideLayouts/slideLayout8.xml" Id="R6dc16564b0a34a94" /><Relationship Type="http://schemas.openxmlformats.org/officeDocument/2006/relationships/slideLayout" Target="/ppt/slideLayouts/slideLayout9.xml" Id="Rffb64e2a4db147f1" /><Relationship Type="http://schemas.openxmlformats.org/officeDocument/2006/relationships/slideLayout" Target="/ppt/slideLayouts/slideLayout10.xml" Id="Re94a51092afb4d58" /><Relationship Type="http://schemas.openxmlformats.org/officeDocument/2006/relationships/slideLayout" Target="/ppt/slideLayouts/slideLayout11.xml" Id="Re60f609daf1241d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Marcador de título 1">
            <a:extLst xmlns:a="http://schemas.openxmlformats.org/drawingml/2006/main">
              <a:ext uri="{FF2B5EF4-FFF2-40B4-BE49-F238E27FC236}">
                <a16:creationId xmlns:a16="http://schemas.microsoft.com/office/drawing/2014/main" id="{86CDEE4B-0D4D-40FC-BAEC-9D4D3F643000}"/>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Haga clic para modificar el estilo de título del patrón</a:t>
            </a:r>
          </a:p>
        </p:txBody>
      </p:sp>
      <p:sp>
        <p:nvSpPr>
          <p:cNvPr id="3" name="Marcador de texto 2">
            <a:extLst xmlns:a="http://schemas.openxmlformats.org/drawingml/2006/main">
              <a:ext uri="{FF2B5EF4-FFF2-40B4-BE49-F238E27FC236}">
                <a16:creationId xmlns:a16="http://schemas.microsoft.com/office/drawing/2014/main" id="{539188D3-FB0D-426C-8C70-566250C2F47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fecha 3">
            <a:extLst xmlns:a="http://schemas.openxmlformats.org/drawingml/2006/main">
              <a:ext uri="{FF2B5EF4-FFF2-40B4-BE49-F238E27FC236}">
                <a16:creationId xmlns:a16="http://schemas.microsoft.com/office/drawing/2014/main" id="{E16B61B1-EE76-4EE0-94EF-140A0009475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98B8E34-BE83-49EA-B020-7CE7C93A0742}" type="datetimeFigureOut">
              <a:t>30/12/2021</a:t>
            </a:fld>
            <a:endParaRPr/>
          </a:p>
        </p:txBody>
      </p:sp>
      <p:sp>
        <p:nvSpPr>
          <p:cNvPr id="5" name="Marcador de pie de página 4">
            <a:extLst xmlns:a="http://schemas.openxmlformats.org/drawingml/2006/main">
              <a:ext uri="{FF2B5EF4-FFF2-40B4-BE49-F238E27FC236}">
                <a16:creationId xmlns:a16="http://schemas.microsoft.com/office/drawing/2014/main" id="{D4819F3E-D50A-4377-BD54-767CF86E0028}"/>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3DBA8D12-7B15-4FB6-B295-B2915B55F42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0A94A89D-99D3-4793-8921-A182D9270FF8}"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3a871b29794fe6"/>
    <p:sldLayoutId xmlns:r="http://schemas.openxmlformats.org/officeDocument/2006/relationships" id="2147483650" r:id="R7293e96e3f354ec2"/>
    <p:sldLayoutId xmlns:r="http://schemas.openxmlformats.org/officeDocument/2006/relationships" id="2147483651" r:id="R7783206c8ea046eb"/>
    <p:sldLayoutId xmlns:r="http://schemas.openxmlformats.org/officeDocument/2006/relationships" id="2147483652" r:id="Rd6e0512a6aac456b"/>
    <p:sldLayoutId xmlns:r="http://schemas.openxmlformats.org/officeDocument/2006/relationships" id="2147483653" r:id="R99f890acfc84487e"/>
    <p:sldLayoutId xmlns:r="http://schemas.openxmlformats.org/officeDocument/2006/relationships" id="2147483654" r:id="R7fa4969a6a124077"/>
    <p:sldLayoutId xmlns:r="http://schemas.openxmlformats.org/officeDocument/2006/relationships" id="2147483655" r:id="R2c5b77d9b0ff4020"/>
    <p:sldLayoutId xmlns:r="http://schemas.openxmlformats.org/officeDocument/2006/relationships" id="2147483656" r:id="R6dc16564b0a34a94"/>
    <p:sldLayoutId xmlns:r="http://schemas.openxmlformats.org/officeDocument/2006/relationships" id="2147483657" r:id="Rffb64e2a4db147f1"/>
    <p:sldLayoutId xmlns:r="http://schemas.openxmlformats.org/officeDocument/2006/relationships" id="2147483658" r:id="Re94a51092afb4d58"/>
    <p:sldLayoutId xmlns:r="http://schemas.openxmlformats.org/officeDocument/2006/relationships" id="2147483659" r:id="Re60f609daf1241d5"/>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6436ae909f4a6f" /><Relationship Type="http://schemas.openxmlformats.org/officeDocument/2006/relationships/image" Target="/ppt/media/image.png" Id="R86c672638edc45fa" /><Relationship Type="http://schemas.openxmlformats.org/officeDocument/2006/relationships/notesSlide" Target="/ppt/notesSlides/notesSlide1.xml" Id="R7f288a4d707945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cb7aade89183408c" /><Relationship Type="http://schemas.openxmlformats.org/officeDocument/2006/relationships/image" Target="/ppt/media/image.jpeg" Id="Re58ffdd55ad64526" /><Relationship Type="http://schemas.openxmlformats.org/officeDocument/2006/relationships/notesSlide" Target="/ppt/notesSlides/notesSlide2.xml" Id="R9be5b8a0fc8e4d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afad339886a84449" /><Relationship Type="http://schemas.openxmlformats.org/officeDocument/2006/relationships/image" Target="/ppt/media/image2.jpeg" Id="R1918663d3a9949c1" /><Relationship Type="http://schemas.openxmlformats.org/officeDocument/2006/relationships/notesSlide" Target="/ppt/notesSlides/notesSlide3.xml" Id="R678acef7eebe4f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1c7b4f92ace148d4" /><Relationship Type="http://schemas.openxmlformats.org/officeDocument/2006/relationships/image" Target="/ppt/media/image3.jpeg" Id="Rd78aef42a1c44ff5" /><Relationship Type="http://schemas.openxmlformats.org/officeDocument/2006/relationships/notesSlide" Target="/ppt/notesSlides/notesSlide4.xml" Id="R4e3e83b3c6a54e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7b101f9986704dfb" /><Relationship Type="http://schemas.openxmlformats.org/officeDocument/2006/relationships/notesSlide" Target="/ppt/notesSlides/notesSlide5.xml" Id="Re1f121cb1e4a46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4907ae7553d1484a" /><Relationship Type="http://schemas.openxmlformats.org/officeDocument/2006/relationships/notesSlide" Target="/ppt/notesSlides/notesSlide6.xml" Id="R944f015c26f24614"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23962611-DFD5-4092-AAFD-559E3DFCE2C9}"/>
              </a:ext>
            </a:extLst>
          </p:cNvPr>
          <p:cNvSpPr>
            <a:spLocks xmlns:a="http://schemas.openxmlformats.org/drawingml/2006/main" noGrp="1"/>
          </p:cNvSpPr>
          <p:nvPr/>
        </p:nvSpPr>
        <p:spPr>
          <a:xfrm xmlns:a="http://schemas.openxmlformats.org/drawingml/2006/main">
            <a:off x="475488" y="0"/>
            <a:ext cx="10910292" cy="6858000"/>
          </a:xfrm>
          <a:prstGeom xmlns:a="http://schemas.openxmlformats.org/drawingml/2006/main" prst="rect">
            <a:avLst/>
          </a:prstGeom>
          <a:gradFill xmlns:a="http://schemas.openxmlformats.org/drawingml/2006/main">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0" name="Picture 9">
            <a:extLst xmlns:a="http://schemas.openxmlformats.org/drawingml/2006/main">
              <a:ext uri="{FF2B5EF4-FFF2-40B4-BE49-F238E27FC236}">
                <a16:creationId xmlns:a16="http://schemas.microsoft.com/office/drawing/2014/main" id="{0D536397-A500-4891-B758-A462602BA791}"/>
              </a:ext>
            </a:extLst>
          </p:cNvPr>
          <p:cNvPicPr>
            <a:picLocks xmlns:a="http://schemas.openxmlformats.org/drawingml/2006/main" noChangeAspect="1"/>
          </p:cNvPicPr>
          <p:nvPr/>
        </p:nvPicPr>
        <p:blipFill>
          <a:blip xmlns:r="http://schemas.openxmlformats.org/officeDocument/2006/relationships" xmlns:a="http://schemas.openxmlformats.org/drawingml/2006/main" r:embed="R86c672638edc45fa"/>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ítulo 1">
            <a:extLst xmlns:a="http://schemas.openxmlformats.org/drawingml/2006/main">
              <a:ext uri="{FF2B5EF4-FFF2-40B4-BE49-F238E27FC236}">
                <a16:creationId xmlns:a16="http://schemas.microsoft.com/office/drawing/2014/main" id="{453A65FD-1C50-4314-9A28-28EE79929F6E}"/>
              </a:ext>
            </a:extLst>
          </p:cNvPr>
          <p:cNvSpPr>
            <a:spLocks xmlns:a="http://schemas.openxmlformats.org/drawingml/2006/main" noGrp="1"/>
          </p:cNvSpPr>
          <p:nvPr>
            <p:ph type="ctrTitle" idx="0"/>
          </p:nvPr>
        </p:nvSpPr>
        <p:spPr>
          <a:xfrm xmlns:a="http://schemas.openxmlformats.org/drawingml/2006/main">
            <a:off x="3045368" y="2043663"/>
            <a:ext cx="6105194" cy="2031055"/>
          </a:xfrm>
        </p:spPr>
        <p:txBody>
          <a:bodyPr xmlns:a="http://schemas.openxmlformats.org/drawingml/2006/main">
            <a:normAutofit fontScale="100000"/>
          </a:bodyPr>
          <a:lstStyle xmlns:a="http://schemas.openxmlformats.org/drawingml/2006/main">
            <a:defPPr algn="ctr">
              <a:defRPr sz="6000">
                <a:solidFill>
                  <a:srgbClr val="FFFFFF"/>
                </a:solidFill>
                <a:latin typeface="Calibri Light"/>
                <a:ea typeface="Calibri Light"/>
                <a:cs typeface="Calibri Light"/>
              </a:defRPr>
            </a:defPPr>
          </a:lstStyle>
          <a:p xmlns:a="http://schemas.openxmlformats.org/drawingml/2006/main">
            <a:pPr algn="ctr">
              <a:defRPr sz="6000">
                <a:solidFill>
                  <a:srgbClr val="FFFFFF"/>
                </a:solidFill>
                <a:latin typeface="Calibri Light"/>
                <a:ea typeface="Calibri Light"/>
                <a:cs typeface="Calibri Light"/>
              </a:defRPr>
            </a:pPr>
            <a:r>
              <a:rPr sz="6000">
                <a:solidFill>
                  <a:srgbClr val="FFFFFF"/>
                </a:solidFill>
                <a:latin typeface="Calibri Light"/>
                <a:ea typeface="Calibri Light"/>
                <a:cs typeface="Calibri Light"/>
              </a:rPr>
              <a:t>Eating to play football</a:t>
            </a:r>
          </a:p>
        </p:txBody>
      </p:sp>
      <p:sp>
        <p:nvSpPr>
          <p:cNvPr id="3" name="Subtítulo 2">
            <a:extLst xmlns:a="http://schemas.openxmlformats.org/drawingml/2006/main">
              <a:ext uri="{FF2B5EF4-FFF2-40B4-BE49-F238E27FC236}">
                <a16:creationId xmlns:a16="http://schemas.microsoft.com/office/drawing/2014/main" id="{1111F3A3-9389-4A70-878E-0B4367A94AF7}"/>
              </a:ext>
            </a:extLst>
          </p:cNvPr>
          <p:cNvSpPr>
            <a:spLocks xmlns:a="http://schemas.openxmlformats.org/drawingml/2006/main" noGrp="1"/>
          </p:cNvSpPr>
          <p:nvPr>
            <p:ph type="subTitle" idx="1"/>
          </p:nvPr>
        </p:nvSpPr>
        <p:spPr>
          <a:xfrm xmlns:a="http://schemas.openxmlformats.org/drawingml/2006/main">
            <a:off x="3045368" y="4074718"/>
            <a:ext cx="6105194" cy="682079"/>
          </a:xfrm>
        </p:spPr>
        <p:txBody>
          <a:bodyPr xmlns:a="http://schemas.openxmlformats.org/drawingml/2006/main">
            <a:normAutofit fontScale="100000"/>
          </a:bodyPr>
          <a:lstStyle xmlns:a="http://schemas.openxmlformats.org/drawingml/2006/main">
            <a:defPPr algn="ctr">
              <a:defRPr sz="2400">
                <a:solidFill>
                  <a:srgbClr val="FFFFFF"/>
                </a:solidFill>
                <a:latin typeface="Calibri"/>
                <a:ea typeface="Calibri"/>
                <a:cs typeface="Calibri"/>
              </a:defRPr>
            </a:defPPr>
          </a:lstStyle>
          <a:p xmlns:a="http://schemas.openxmlformats.org/drawingml/2006/main">
            <a:pPr algn="ctr">
              <a:defRPr sz="2400">
                <a:solidFill>
                  <a:srgbClr val="FFFFFF"/>
                </a:solidFill>
                <a:latin typeface="Calibri"/>
                <a:ea typeface="Calibri"/>
                <a:cs typeface="Calibri"/>
              </a:defRPr>
            </a:pPr>
            <a:r>
              <a:rPr sz="2400">
                <a:solidFill>
                  <a:srgbClr val="FFFFFF"/>
                </a:solidFill>
                <a:latin typeface="Calibri"/>
                <a:ea typeface="Calibri"/>
                <a:cs typeface="Calibri"/>
              </a:rPr>
              <a:t>Healthy, balanced eating scores a ten</a:t>
            </a:r>
          </a:p>
        </p:txBody>
      </p:sp>
    </p:spTree>
    <p:extLst>
      <p:ext uri="{BB962C8B-B14F-4D97-AF65-F5344CB8AC3E}">
        <p14:creationId xmlns:p14="http://schemas.microsoft.com/office/powerpoint/2010/main" val="996246897"/>
      </p:ext>
    </p:extLst>
  </p:cSld>
</p:sld>
</file>

<file path=ppt/slides/slide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20" name="Rectangle 19">
            <a:extLst xmlns:a="http://schemas.openxmlformats.org/drawingml/2006/main">
              <a:ext uri="{FF2B5EF4-FFF2-40B4-BE49-F238E27FC236}">
                <a16:creationId xmlns:a16="http://schemas.microsoft.com/office/drawing/2014/main" id="{F4C0B10B-D2C4-4A54-AFAD-3D27DF88BB37}"/>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Freeform 44">
            <a:extLst xmlns:a="http://schemas.openxmlformats.org/drawingml/2006/main">
              <a:ext uri="{FF2B5EF4-FFF2-40B4-BE49-F238E27FC236}">
                <a16:creationId xmlns:a16="http://schemas.microsoft.com/office/drawing/2014/main" id="{6559431D-1886-4AE0-9B87-9AD2ECAB8439}"/>
              </a:ext>
            </a:extLst>
          </p:cNvPr>
          <p:cNvSpPr>
            <a:spLocks xmlns:a="http://schemas.openxmlformats.org/drawingml/2006/main" noGrp="1"/>
          </p:cNvSpPr>
          <p:nvPr/>
        </p:nvSpPr>
        <p:spPr>
          <a:xfrm xmlns:a="http://schemas.openxmlformats.org/drawingml/2006/main" rot="0" flipH="0" flipV="0">
            <a:off x="11223203" y="635716"/>
            <a:ext cx="328612" cy="1742360"/>
          </a:xfrm>
          <a:custGeom xmlns:a="http://schemas.openxmlformats.org/drawingml/2006/main">
            <a:gdLst>
              <a:gd name="T0" fmla="*/ 207 w 207"/>
              <a:gd name="T1" fmla="*/ 987 h 1114"/>
              <a:gd name="T2" fmla="*/ 0 w 207"/>
              <a:gd name="T3" fmla="*/ 1114 h 1114"/>
              <a:gd name="T4" fmla="*/ 0 w 207"/>
              <a:gd name="T5" fmla="*/ 127 h 1114"/>
              <a:gd name="T6" fmla="*/ 207 w 207"/>
              <a:gd name="T7" fmla="*/ 0 h 1114"/>
              <a:gd name="T8" fmla="*/ 207 w 207"/>
              <a:gd name="T9" fmla="*/ 987 h 1114"/>
            </a:gdLst>
            <a:rect l="0" t="0" r="r" b="b"/>
            <a:pathLst>
              <a:path w="207" h="1114">
                <a:moveTo>
                  <a:pt x="207" y="987"/>
                </a:moveTo>
                <a:lnTo>
                  <a:pt x="0" y="1114"/>
                </a:lnTo>
                <a:lnTo>
                  <a:pt x="0" y="127"/>
                </a:lnTo>
                <a:lnTo>
                  <a:pt x="207" y="0"/>
                </a:lnTo>
                <a:lnTo>
                  <a:pt x="207" y="987"/>
                </a:lnTo>
                <a:close/>
              </a:path>
            </a:pathLst>
          </a:custGeom>
          <a:solidFill xmlns:a="http://schemas.openxmlformats.org/drawingml/2006/main">
            <a:schemeClr val="accent1">
              <a:lumMod val="50000"/>
            </a:schemeClr>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4" name="Freeform 45">
            <a:extLst xmlns:a="http://schemas.openxmlformats.org/drawingml/2006/main">
              <a:ext uri="{FF2B5EF4-FFF2-40B4-BE49-F238E27FC236}">
                <a16:creationId xmlns:a16="http://schemas.microsoft.com/office/drawing/2014/main" id="{373850A5-B04A-4FCD-9E73-EE322167FB31}"/>
              </a:ext>
            </a:extLst>
          </p:cNvPr>
          <p:cNvSpPr>
            <a:spLocks xmlns:a="http://schemas.openxmlformats.org/drawingml/2006/main" noGrp="1"/>
          </p:cNvSpPr>
          <p:nvPr/>
        </p:nvSpPr>
        <p:spPr>
          <a:xfrm xmlns:a="http://schemas.openxmlformats.org/drawingml/2006/main" rot="0" flipH="0" flipV="0">
            <a:off x="409710" y="1022350"/>
            <a:ext cx="709612" cy="2095501"/>
          </a:xfrm>
          <a:custGeom xmlns:a="http://schemas.openxmlformats.org/drawingml/2006/main">
            <a:gdLst>
              <a:gd name="T0" fmla="*/ 447 w 447"/>
              <a:gd name="T1" fmla="*/ 1363 h 1363"/>
              <a:gd name="T2" fmla="*/ 0 w 447"/>
              <a:gd name="T3" fmla="*/ 987 h 1363"/>
              <a:gd name="T4" fmla="*/ 0 w 447"/>
              <a:gd name="T5" fmla="*/ 0 h 1363"/>
              <a:gd name="T6" fmla="*/ 447 w 447"/>
              <a:gd name="T7" fmla="*/ 376 h 1363"/>
              <a:gd name="T8" fmla="*/ 447 w 447"/>
              <a:gd name="T9" fmla="*/ 1363 h 1363"/>
            </a:gdLst>
            <a:rect l="0" t="0" r="r" b="b"/>
            <a:pathLst>
              <a:path w="447" h="1363">
                <a:moveTo>
                  <a:pt x="447" y="1363"/>
                </a:moveTo>
                <a:lnTo>
                  <a:pt x="0" y="987"/>
                </a:lnTo>
                <a:lnTo>
                  <a:pt x="0" y="0"/>
                </a:lnTo>
                <a:lnTo>
                  <a:pt x="447" y="376"/>
                </a:lnTo>
                <a:lnTo>
                  <a:pt x="447" y="1363"/>
                </a:lnTo>
                <a:close/>
              </a:path>
            </a:pathLst>
          </a:custGeom>
          <a:solidFill xmlns:a="http://schemas.openxmlformats.org/drawingml/2006/main">
            <a:schemeClr val="accent1">
              <a:lumMod val="50000"/>
            </a:schemeClr>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5" name="Freeform 46">
            <a:extLst xmlns:a="http://schemas.openxmlformats.org/drawingml/2006/main">
              <a:ext uri="{FF2B5EF4-FFF2-40B4-BE49-F238E27FC236}">
                <a16:creationId xmlns:a16="http://schemas.microsoft.com/office/drawing/2014/main" id="{82C18C67-80FA-4738-AA53-0AF2419F98E0}"/>
              </a:ext>
            </a:extLst>
          </p:cNvPr>
          <p:cNvSpPr>
            <a:spLocks xmlns:a="http://schemas.openxmlformats.org/drawingml/2006/main" noGrp="1"/>
          </p:cNvSpPr>
          <p:nvPr/>
        </p:nvSpPr>
        <p:spPr>
          <a:xfrm xmlns:a="http://schemas.openxmlformats.org/drawingml/2006/main" rot="0" flipH="0" flipV="0">
            <a:off x="409710" y="837744"/>
            <a:ext cx="403225" cy="1705431"/>
          </a:xfrm>
          <a:custGeom xmlns:a="http://schemas.openxmlformats.org/drawingml/2006/main">
            <a:gdLst>
              <a:gd name="T0" fmla="*/ 254 w 254"/>
              <a:gd name="T1" fmla="*/ 987 h 1109"/>
              <a:gd name="T2" fmla="*/ 0 w 254"/>
              <a:gd name="T3" fmla="*/ 1109 h 1109"/>
              <a:gd name="T4" fmla="*/ 0 w 254"/>
              <a:gd name="T5" fmla="*/ 119 h 1109"/>
              <a:gd name="T6" fmla="*/ 254 w 254"/>
              <a:gd name="T7" fmla="*/ 0 h 1109"/>
              <a:gd name="T8" fmla="*/ 254 w 254"/>
              <a:gd name="T9" fmla="*/ 987 h 1109"/>
            </a:gdLst>
            <a:rect l="0" t="0" r="r" b="b"/>
            <a:pathLst>
              <a:path w="254" h="1109">
                <a:moveTo>
                  <a:pt x="254" y="987"/>
                </a:moveTo>
                <a:lnTo>
                  <a:pt x="0" y="1109"/>
                </a:lnTo>
                <a:lnTo>
                  <a:pt x="0" y="119"/>
                </a:lnTo>
                <a:lnTo>
                  <a:pt x="254" y="0"/>
                </a:lnTo>
                <a:lnTo>
                  <a:pt x="254" y="987"/>
                </a:lnTo>
                <a:close/>
              </a:path>
            </a:pathLst>
          </a:custGeom>
          <a:solidFill xmlns:a="http://schemas.openxmlformats.org/drawingml/2006/main">
            <a:schemeClr val="accent1">
              <a:lumMod val="75000"/>
            </a:schemeClr>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6" name="Freeform 47">
            <a:extLst xmlns:a="http://schemas.openxmlformats.org/drawingml/2006/main">
              <a:ext uri="{FF2B5EF4-FFF2-40B4-BE49-F238E27FC236}">
                <a16:creationId xmlns:a16="http://schemas.microsoft.com/office/drawing/2014/main" id="{48543B1A-8BF5-4C63-8404-41B2EA70B33E}"/>
              </a:ext>
            </a:extLst>
          </p:cNvPr>
          <p:cNvSpPr>
            <a:spLocks xmlns:a="http://schemas.openxmlformats.org/drawingml/2006/main" noGrp="1"/>
          </p:cNvSpPr>
          <p:nvPr/>
        </p:nvSpPr>
        <p:spPr>
          <a:xfrm xmlns:a="http://schemas.openxmlformats.org/drawingml/2006/main" rot="0" flipH="0" flipV="0">
            <a:off x="644660" y="640894"/>
            <a:ext cx="168275" cy="1713195"/>
          </a:xfrm>
          <a:custGeom xmlns:a="http://schemas.openxmlformats.org/drawingml/2006/main">
            <a:gdLst>
              <a:gd name="T0" fmla="*/ 106 w 106"/>
              <a:gd name="T1" fmla="*/ 1114 h 1114"/>
              <a:gd name="T2" fmla="*/ 0 w 106"/>
              <a:gd name="T3" fmla="*/ 1005 h 1114"/>
              <a:gd name="T4" fmla="*/ 0 w 106"/>
              <a:gd name="T5" fmla="*/ 0 h 1114"/>
              <a:gd name="T6" fmla="*/ 106 w 106"/>
              <a:gd name="T7" fmla="*/ 110 h 1114"/>
              <a:gd name="T8" fmla="*/ 106 w 106"/>
              <a:gd name="T9" fmla="*/ 1114 h 1114"/>
            </a:gdLst>
            <a:rect l="0" t="0" r="r" b="b"/>
            <a:pathLst>
              <a:path w="106" h="1114">
                <a:moveTo>
                  <a:pt x="106" y="1114"/>
                </a:moveTo>
                <a:lnTo>
                  <a:pt x="0" y="1005"/>
                </a:lnTo>
                <a:lnTo>
                  <a:pt x="0" y="0"/>
                </a:lnTo>
                <a:lnTo>
                  <a:pt x="106" y="110"/>
                </a:lnTo>
                <a:lnTo>
                  <a:pt x="106" y="1114"/>
                </a:lnTo>
                <a:close/>
              </a:path>
            </a:pathLst>
          </a:custGeom>
          <a:solidFill xmlns:a="http://schemas.openxmlformats.org/drawingml/2006/main">
            <a:schemeClr val="accent1">
              <a:lumMod val="50000"/>
            </a:schemeClr>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92DF5096-E051-498C-A3ED-CBA77A813AAC}"/>
              </a:ext>
            </a:extLst>
          </p:cNvPr>
          <p:cNvSpPr>
            <a:spLocks xmlns:a="http://schemas.openxmlformats.org/drawingml/2006/main" noGrp="1"/>
          </p:cNvSpPr>
          <p:nvPr/>
        </p:nvSpPr>
        <p:spPr>
          <a:xfrm xmlns:a="http://schemas.openxmlformats.org/drawingml/2006/main" rot="0" flipH="0" flipV="0">
            <a:off x="644055" y="635715"/>
            <a:ext cx="10907863" cy="1541457"/>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 name="Título 1">
            <a:extLst xmlns:a="http://schemas.openxmlformats.org/drawingml/2006/main">
              <a:ext uri="{FF2B5EF4-FFF2-40B4-BE49-F238E27FC236}">
                <a16:creationId xmlns:a16="http://schemas.microsoft.com/office/drawing/2014/main" id="{3902B3F4-7252-4B69-94BF-30BD212252B4}"/>
              </a:ext>
            </a:extLst>
          </p:cNvPr>
          <p:cNvSpPr>
            <a:spLocks xmlns:a="http://schemas.openxmlformats.org/drawingml/2006/main" noGrp="1"/>
          </p:cNvSpPr>
          <p:nvPr>
            <p:ph type="title" idx="0"/>
          </p:nvPr>
        </p:nvSpPr>
        <p:spPr>
          <a:xfrm xmlns:a="http://schemas.openxmlformats.org/drawingml/2006/main">
            <a:off x="1047280" y="759805"/>
            <a:ext cx="10306520" cy="1325563"/>
          </a:xfrm>
        </p:spPr>
        <p:txBody>
          <a:bodyPr xmlns:a="http://schemas.openxmlformats.org/drawingml/2006/main" vert="horz" lIns="91440" tIns="45720" rIns="91440" bIns="45720" anchor="ctr">
            <a:normAutofit fontScale="100000"/>
          </a:bodyPr>
          <a:lstStyle xmlns:a="http://schemas.openxmlformats.org/drawingml/2006/main">
            <a:defPPr algn="l">
              <a:defRPr sz="4000">
                <a:solidFill>
                  <a:srgbClr val="FFFFFF"/>
                </a:solidFill>
                <a:latin typeface="Calibri Light"/>
                <a:ea typeface="Calibri Light"/>
                <a:cs typeface="Calibri Light"/>
              </a:defRPr>
            </a:defPPr>
          </a:lstStyle>
          <a:p xmlns:a="http://schemas.openxmlformats.org/drawingml/2006/main">
            <a:pPr algn="l">
              <a:defRPr sz="4000">
                <a:solidFill>
                  <a:srgbClr val="FFFFFF"/>
                </a:solidFill>
                <a:latin typeface="Calibri Light"/>
                <a:ea typeface="Calibri Light"/>
                <a:cs typeface="Calibri Light"/>
              </a:defRPr>
            </a:pPr>
            <a:r>
              <a:rPr sz="4000">
                <a:solidFill>
                  <a:srgbClr val="FFFFFF"/>
                </a:solidFill>
                <a:latin typeface="Calibri Light"/>
                <a:ea typeface="Calibri Light"/>
                <a:cs typeface="Calibri Light"/>
              </a:rPr>
              <a:t>Eat… Eat… and Play…</a:t>
            </a:r>
          </a:p>
        </p:txBody>
      </p:sp>
      <p:sp>
        <p:nvSpPr>
          <p:cNvPr id="4" name="Marcador de texto 3">
            <a:extLst xmlns:a="http://schemas.openxmlformats.org/drawingml/2006/main">
              <a:ext uri="{FF2B5EF4-FFF2-40B4-BE49-F238E27FC236}">
                <a16:creationId xmlns:a16="http://schemas.microsoft.com/office/drawing/2014/main" id="{6BCD4A14-2238-4F2A-B272-21EB73000E4B}"/>
              </a:ext>
            </a:extLst>
          </p:cNvPr>
          <p:cNvSpPr>
            <a:spLocks xmlns:a="http://schemas.openxmlformats.org/drawingml/2006/main" noGrp="1"/>
          </p:cNvSpPr>
          <p:nvPr>
            <p:ph type="body" idx="2"/>
          </p:nvPr>
        </p:nvSpPr>
        <p:spPr>
          <a:xfrm xmlns:a="http://schemas.openxmlformats.org/drawingml/2006/main">
            <a:off x="1424904" y="2494450"/>
            <a:ext cx="4053545" cy="3840089"/>
          </a:xfrm>
        </p:spPr>
        <p:txBody>
          <a:bodyPr xmlns:a="http://schemas.openxmlformats.org/drawingml/2006/main" vert="horz" lIns="91440" tIns="45720" rIns="91440" bIns="45720">
            <a:normAutofit fontScale="100000"/>
          </a:bodyPr>
          <a:lstStyle xmlns:a="http://schemas.openxmlformats.org/drawingml/2006/main">
            <a:defPPr algn="l">
              <a:defRPr sz="1500">
                <a:solidFill>
                  <a:srgbClr val="000000"/>
                </a:solidFill>
                <a:latin typeface="Calibri"/>
                <a:ea typeface="Calibri"/>
                <a:cs typeface="Calibri"/>
              </a:defRPr>
            </a:defPPr>
          </a:lstStyle>
          <a:p xmlns:a="http://schemas.openxmlformats.org/drawingml/2006/main">
            <a:pPr algn="l">
              <a:defRPr sz="1500">
                <a:solidFill>
                  <a:srgbClr val="000000"/>
                </a:solidFill>
                <a:latin typeface="Calibri"/>
                <a:ea typeface="Calibri"/>
                <a:cs typeface="Calibri"/>
              </a:defRPr>
            </a:pPr>
            <a:r>
              <a:rPr sz="1500">
                <a:solidFill>
                  <a:srgbClr val="000000"/>
                </a:solidFill>
                <a:latin typeface="Calibri"/>
                <a:ea typeface="Calibri"/>
                <a:cs typeface="Calibri"/>
              </a:rPr>
              <a:t>When children take part in a sport such as football, food intake should increase to replace the energy used, as they are still growing.</a:t>
            </a:r>
          </a:p>
          <a:p xmlns:a="http://schemas.openxmlformats.org/drawingml/2006/main">
            <a:pPr algn="l">
              <a:defRPr sz="1500">
                <a:solidFill>
                  <a:srgbClr val="000000"/>
                </a:solidFill>
                <a:latin typeface="Calibri"/>
                <a:ea typeface="Calibri"/>
                <a:cs typeface="Calibri"/>
              </a:defRPr>
            </a:pPr>
            <a:r>
              <a:rPr sz="1500">
                <a:solidFill>
                  <a:srgbClr val="000000"/>
                </a:solidFill>
                <a:latin typeface="Calibri"/>
                <a:ea typeface="Calibri"/>
                <a:cs typeface="Calibri"/>
              </a:rPr>
              <a:t>Children aged 7 to 12 use approximately 2,000 kcal per day.</a:t>
            </a:r>
          </a:p>
          <a:p xmlns:a="http://schemas.openxmlformats.org/drawingml/2006/main">
            <a:pPr algn="l">
              <a:defRPr sz="1500">
                <a:solidFill>
                  <a:srgbClr val="000000"/>
                </a:solidFill>
                <a:latin typeface="Calibri"/>
                <a:ea typeface="Calibri"/>
                <a:cs typeface="Calibri"/>
              </a:defRPr>
            </a:pPr>
            <a:r>
              <a:rPr sz="1500">
                <a:solidFill>
                  <a:srgbClr val="000000"/>
                </a:solidFill>
                <a:latin typeface="Calibri"/>
                <a:ea typeface="Calibri"/>
                <a:cs typeface="Calibri"/>
              </a:rPr>
              <a:t>Provide half a litre of milk per day. Include fibre-rich foods and avoid animal fats. Avoid fried and ready-made foods. Minimise colourings and preservatives. Do not replace fresh fruit with juice. Homemade cakes and sweets are much better.</a:t>
            </a:r>
          </a:p>
        </p:txBody>
      </p:sp>
      <p:pic>
        <p:nvPicPr>
          <p:cNvPr id="6" name="Marcador de contenido 5">
            <a:extLst xmlns:a="http://schemas.openxmlformats.org/drawingml/2006/main">
              <a:ext uri="{FF2B5EF4-FFF2-40B4-BE49-F238E27FC236}">
                <a16:creationId xmlns:a16="http://schemas.microsoft.com/office/drawing/2014/main" id="{9895BE01-6142-435D-86D8-1ACEB3F32A56}"/>
              </a:ext>
            </a:extLst>
          </p:cNvPr>
          <p:cNvPicPr>
            <a:picLocks xmlns:a="http://schemas.openxmlformats.org/drawingml/2006/main" noChangeAspect="1"/>
          </p:cNvPicPr>
          <p:nvPr>
            <p:ph idx="1"/>
          </p:nvPr>
        </p:nvPicPr>
        <p:blipFill rotWithShape="1">
          <a:blip xmlns:r="http://schemas.openxmlformats.org/officeDocument/2006/relationships" xmlns:a="http://schemas.openxmlformats.org/drawingml/2006/main" r:embed="Re58ffdd55ad64526"/>
          <a:srcRect xmlns:a="http://schemas.openxmlformats.org/drawingml/2006/main" l="0" t="0" r="10040" b="0"/>
          <a:stretch xmlns:a="http://schemas.openxmlformats.org/drawingml/2006/main"/>
        </p:blipFill>
        <p:spPr>
          <a:xfrm xmlns:a="http://schemas.openxmlformats.org/drawingml/2006/main">
            <a:off x="6098892" y="2492376"/>
            <a:ext cx="5099196" cy="3563372"/>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10E7C07D-18E9-4BAC-954B-B760388BC108}"/>
              </a:ext>
            </a:extLst>
          </p:cNvPr>
          <p:cNvSpPr>
            <a:spLocks xmlns:a="http://schemas.openxmlformats.org/drawingml/2006/main" noGrp="1"/>
          </p:cNvSpPr>
          <p:nvPr/>
        </p:nvSpPr>
        <p:spPr>
          <a:xfrm xmlns:a="http://schemas.openxmlformats.org/drawingml/2006/main">
            <a:off x="6143625" y="2705100"/>
            <a:ext cx="1857375" cy="723900"/>
          </a:xfrm>
          <a:prstGeom xmlns:a="http://schemas.openxmlformats.org/drawingml/2006/main" prst="rect">
            <a:avLst/>
          </a:prstGeom>
          <a:solidFill xmlns:a="http://schemas.openxmlformats.org/drawingml/2006/main">
            <a:srgbClr val="7FE3E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4D0271D-5A4F-4A6F-B03D-02D8B0B32A65}"/>
              </a:ext>
            </a:extLst>
          </p:cNvPr>
          <p:cNvSpPr>
            <a:spLocks xmlns:a="http://schemas.openxmlformats.org/drawingml/2006/main" noGrp="1"/>
          </p:cNvSpPr>
          <p:nvPr/>
        </p:nvSpPr>
        <p:spPr>
          <a:xfrm xmlns:a="http://schemas.openxmlformats.org/drawingml/2006/main">
            <a:off x="6143625" y="2705100"/>
            <a:ext cx="1857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400">
                <a:solidFill>
                  <a:srgbClr val="111111"/>
                </a:solidFill>
                <a:latin typeface="Calibri"/>
                <a:ea typeface="Calibri"/>
                <a:cs typeface="Calibri"/>
              </a:defRPr>
            </a:defPPr>
          </a:lstStyle>
          <a:p xmlns:a="http://schemas.openxmlformats.org/drawingml/2006/main">
            <a:pPr algn="ctr">
              <a:defRPr sz="2400">
                <a:solidFill>
                  <a:srgbClr val="111111"/>
                </a:solidFill>
                <a:latin typeface="Calibri"/>
                <a:ea typeface="Calibri"/>
                <a:cs typeface="Calibri"/>
              </a:defRPr>
            </a:pPr>
            <a:r>
              <a:rPr sz="2400">
                <a:solidFill>
                  <a:srgbClr val="111111"/>
                </a:solidFill>
                <a:latin typeface="Calibri"/>
                <a:ea typeface="Calibri"/>
                <a:cs typeface="Calibri"/>
              </a:rPr>
              <a:t>Food</a:t>
            </a:r>
          </a:p>
          <a:p xmlns:a="http://schemas.openxmlformats.org/drawingml/2006/main">
            <a:pPr algn="ctr">
              <a:defRPr sz="2400">
                <a:solidFill>
                  <a:srgbClr val="111111"/>
                </a:solidFill>
                <a:latin typeface="Calibri"/>
                <a:ea typeface="Calibri"/>
                <a:cs typeface="Calibri"/>
              </a:defRPr>
            </a:pPr>
            <a:r>
              <a:rPr sz="2400">
                <a:solidFill>
                  <a:srgbClr val="111111"/>
                </a:solidFill>
                <a:latin typeface="Calibri"/>
                <a:ea typeface="Calibri"/>
                <a:cs typeface="Calibri"/>
              </a:rPr>
              <a:t>Pyramid</a:t>
            </a:r>
          </a:p>
        </p:txBody>
      </p:sp>
      <p:sp>
        <p:nvSpPr>
          <p:cNvPr id="30" name="">
            <a:extLst xmlns:a="http://schemas.openxmlformats.org/drawingml/2006/main">
              <a:ext uri="{FF2B5EF4-FFF2-40B4-BE49-F238E27FC236}">
                <a16:creationId xmlns:a16="http://schemas.microsoft.com/office/drawing/2014/main" id="{F7E51E46-E505-4F05-AD46-B0AA163E5905}"/>
              </a:ext>
            </a:extLst>
          </p:cNvPr>
          <p:cNvSpPr>
            <a:spLocks xmlns:a="http://schemas.openxmlformats.org/drawingml/2006/main" noGrp="1"/>
          </p:cNvSpPr>
          <p:nvPr/>
        </p:nvSpPr>
        <p:spPr>
          <a:xfrm xmlns:a="http://schemas.openxmlformats.org/drawingml/2006/main">
            <a:off x="8686800" y="3552825"/>
            <a:ext cx="752475" cy="133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F3AD143-24E3-43D8-8D4A-DFE0AF304DCB}"/>
              </a:ext>
            </a:extLst>
          </p:cNvPr>
          <p:cNvSpPr>
            <a:spLocks xmlns:a="http://schemas.openxmlformats.org/drawingml/2006/main" noGrp="1"/>
          </p:cNvSpPr>
          <p:nvPr/>
        </p:nvSpPr>
        <p:spPr>
          <a:xfrm xmlns:a="http://schemas.openxmlformats.org/drawingml/2006/main">
            <a:off x="8686800" y="3552825"/>
            <a:ext cx="752475"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825">
                <a:solidFill>
                  <a:srgbClr val="111111"/>
                </a:solidFill>
                <a:latin typeface="Calibri"/>
                <a:ea typeface="Calibri"/>
                <a:cs typeface="Calibri"/>
              </a:defRPr>
            </a:defPPr>
          </a:lstStyle>
          <a:p xmlns:a="http://schemas.openxmlformats.org/drawingml/2006/main">
            <a:pPr algn="ctr">
              <a:defRPr sz="825">
                <a:solidFill>
                  <a:srgbClr val="111111"/>
                </a:solidFill>
                <a:latin typeface="Calibri"/>
                <a:ea typeface="Calibri"/>
                <a:cs typeface="Calibri"/>
              </a:defRPr>
            </a:pPr>
            <a:r>
              <a:rPr sz="825">
                <a:solidFill>
                  <a:srgbClr val="111111"/>
                </a:solidFill>
                <a:latin typeface="Calibri"/>
                <a:ea typeface="Calibri"/>
                <a:cs typeface="Calibri"/>
              </a:rPr>
              <a:t>Fats and sweets</a:t>
            </a:r>
          </a:p>
        </p:txBody>
      </p:sp>
      <p:sp>
        <p:nvSpPr>
          <p:cNvPr id="32" name="">
            <a:extLst xmlns:a="http://schemas.openxmlformats.org/drawingml/2006/main">
              <a:ext uri="{FF2B5EF4-FFF2-40B4-BE49-F238E27FC236}">
                <a16:creationId xmlns:a16="http://schemas.microsoft.com/office/drawing/2014/main" id="{CC751FB6-2CEB-411E-AC9D-41FCA224998F}"/>
              </a:ext>
            </a:extLst>
          </p:cNvPr>
          <p:cNvSpPr>
            <a:spLocks xmlns:a="http://schemas.openxmlformats.org/drawingml/2006/main" noGrp="1"/>
          </p:cNvSpPr>
          <p:nvPr/>
        </p:nvSpPr>
        <p:spPr>
          <a:xfrm xmlns:a="http://schemas.openxmlformats.org/drawingml/2006/main">
            <a:off x="8429625" y="4267200"/>
            <a:ext cx="457200" cy="152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65AB788-F43F-4BAB-9D7B-A107893D4DFC}"/>
              </a:ext>
            </a:extLst>
          </p:cNvPr>
          <p:cNvSpPr>
            <a:spLocks xmlns:a="http://schemas.openxmlformats.org/drawingml/2006/main" noGrp="1"/>
          </p:cNvSpPr>
          <p:nvPr/>
        </p:nvSpPr>
        <p:spPr>
          <a:xfrm xmlns:a="http://schemas.openxmlformats.org/drawingml/2006/main">
            <a:off x="8429625" y="42672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825">
                <a:solidFill>
                  <a:srgbClr val="111111"/>
                </a:solidFill>
                <a:latin typeface="Calibri"/>
                <a:ea typeface="Calibri"/>
                <a:cs typeface="Calibri"/>
              </a:defRPr>
            </a:defPPr>
          </a:lstStyle>
          <a:p xmlns:a="http://schemas.openxmlformats.org/drawingml/2006/main">
            <a:pPr algn="ctr">
              <a:defRPr sz="825">
                <a:solidFill>
                  <a:srgbClr val="111111"/>
                </a:solidFill>
                <a:latin typeface="Calibri"/>
                <a:ea typeface="Calibri"/>
                <a:cs typeface="Calibri"/>
              </a:defRPr>
            </a:pPr>
            <a:r>
              <a:rPr sz="825">
                <a:solidFill>
                  <a:srgbClr val="111111"/>
                </a:solidFill>
                <a:latin typeface="Calibri"/>
                <a:ea typeface="Calibri"/>
                <a:cs typeface="Calibri"/>
              </a:rPr>
              <a:t>Dairy</a:t>
            </a:r>
          </a:p>
        </p:txBody>
      </p:sp>
      <p:sp>
        <p:nvSpPr>
          <p:cNvPr id="34" name="">
            <a:extLst xmlns:a="http://schemas.openxmlformats.org/drawingml/2006/main">
              <a:ext uri="{FF2B5EF4-FFF2-40B4-BE49-F238E27FC236}">
                <a16:creationId xmlns:a16="http://schemas.microsoft.com/office/drawing/2014/main" id="{A11B2287-1EA4-427E-AF67-52988775CBC7}"/>
              </a:ext>
            </a:extLst>
          </p:cNvPr>
          <p:cNvSpPr>
            <a:spLocks xmlns:a="http://schemas.openxmlformats.org/drawingml/2006/main" noGrp="1"/>
          </p:cNvSpPr>
          <p:nvPr/>
        </p:nvSpPr>
        <p:spPr>
          <a:xfrm xmlns:a="http://schemas.openxmlformats.org/drawingml/2006/main">
            <a:off x="9391650" y="4267200"/>
            <a:ext cx="390525" cy="152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224681D-ED00-46B4-AC0E-F39A1ECE53F9}"/>
              </a:ext>
            </a:extLst>
          </p:cNvPr>
          <p:cNvSpPr>
            <a:spLocks xmlns:a="http://schemas.openxmlformats.org/drawingml/2006/main" noGrp="1"/>
          </p:cNvSpPr>
          <p:nvPr/>
        </p:nvSpPr>
        <p:spPr>
          <a:xfrm xmlns:a="http://schemas.openxmlformats.org/drawingml/2006/main">
            <a:off x="9391650" y="4267200"/>
            <a:ext cx="3905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825">
                <a:solidFill>
                  <a:srgbClr val="111111"/>
                </a:solidFill>
                <a:latin typeface="Calibri"/>
                <a:ea typeface="Calibri"/>
                <a:cs typeface="Calibri"/>
              </a:defRPr>
            </a:defPPr>
          </a:lstStyle>
          <a:p xmlns:a="http://schemas.openxmlformats.org/drawingml/2006/main">
            <a:pPr algn="ctr">
              <a:defRPr sz="825">
                <a:solidFill>
                  <a:srgbClr val="111111"/>
                </a:solidFill>
                <a:latin typeface="Calibri"/>
                <a:ea typeface="Calibri"/>
                <a:cs typeface="Calibri"/>
              </a:defRPr>
            </a:pPr>
            <a:r>
              <a:rPr sz="825">
                <a:solidFill>
                  <a:srgbClr val="111111"/>
                </a:solidFill>
                <a:latin typeface="Calibri"/>
                <a:ea typeface="Calibri"/>
                <a:cs typeface="Calibri"/>
              </a:rPr>
              <a:t>Meat</a:t>
            </a:r>
          </a:p>
        </p:txBody>
      </p:sp>
      <p:sp>
        <p:nvSpPr>
          <p:cNvPr id="36" name="">
            <a:extLst xmlns:a="http://schemas.openxmlformats.org/drawingml/2006/main">
              <a:ext uri="{FF2B5EF4-FFF2-40B4-BE49-F238E27FC236}">
                <a16:creationId xmlns:a16="http://schemas.microsoft.com/office/drawing/2014/main" id="{FBAAC2EC-4551-435B-A1AC-C57E338C093C}"/>
              </a:ext>
            </a:extLst>
          </p:cNvPr>
          <p:cNvSpPr>
            <a:spLocks xmlns:a="http://schemas.openxmlformats.org/drawingml/2006/main" noGrp="1"/>
          </p:cNvSpPr>
          <p:nvPr/>
        </p:nvSpPr>
        <p:spPr>
          <a:xfrm xmlns:a="http://schemas.openxmlformats.org/drawingml/2006/main">
            <a:off x="8201025" y="4972050"/>
            <a:ext cx="466725" cy="152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F6DCD08-2B66-4468-8DC3-25FC7B5C3621}"/>
              </a:ext>
            </a:extLst>
          </p:cNvPr>
          <p:cNvSpPr>
            <a:spLocks xmlns:a="http://schemas.openxmlformats.org/drawingml/2006/main" noGrp="1"/>
          </p:cNvSpPr>
          <p:nvPr/>
        </p:nvSpPr>
        <p:spPr>
          <a:xfrm xmlns:a="http://schemas.openxmlformats.org/drawingml/2006/main">
            <a:off x="8201025" y="4972050"/>
            <a:ext cx="4667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825">
                <a:solidFill>
                  <a:srgbClr val="111111"/>
                </a:solidFill>
                <a:latin typeface="Calibri"/>
                <a:ea typeface="Calibri"/>
                <a:cs typeface="Calibri"/>
              </a:defRPr>
            </a:defPPr>
          </a:lstStyle>
          <a:p xmlns:a="http://schemas.openxmlformats.org/drawingml/2006/main">
            <a:pPr algn="ctr">
              <a:defRPr sz="825">
                <a:solidFill>
                  <a:srgbClr val="111111"/>
                </a:solidFill>
                <a:latin typeface="Calibri"/>
                <a:ea typeface="Calibri"/>
                <a:cs typeface="Calibri"/>
              </a:defRPr>
            </a:pPr>
            <a:r>
              <a:rPr sz="825">
                <a:solidFill>
                  <a:srgbClr val="111111"/>
                </a:solidFill>
                <a:latin typeface="Calibri"/>
                <a:ea typeface="Calibri"/>
                <a:cs typeface="Calibri"/>
              </a:rPr>
              <a:t>Vegetables</a:t>
            </a:r>
          </a:p>
        </p:txBody>
      </p:sp>
      <p:sp>
        <p:nvSpPr>
          <p:cNvPr id="38" name="">
            <a:extLst xmlns:a="http://schemas.openxmlformats.org/drawingml/2006/main">
              <a:ext uri="{FF2B5EF4-FFF2-40B4-BE49-F238E27FC236}">
                <a16:creationId xmlns:a16="http://schemas.microsoft.com/office/drawing/2014/main" id="{9F59CDBD-6BE0-482C-BF20-3EC3AE97A729}"/>
              </a:ext>
            </a:extLst>
          </p:cNvPr>
          <p:cNvSpPr>
            <a:spLocks xmlns:a="http://schemas.openxmlformats.org/drawingml/2006/main" noGrp="1"/>
          </p:cNvSpPr>
          <p:nvPr/>
        </p:nvSpPr>
        <p:spPr>
          <a:xfrm xmlns:a="http://schemas.openxmlformats.org/drawingml/2006/main">
            <a:off x="9563100" y="4972050"/>
            <a:ext cx="428625" cy="152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7BF99FE-112D-4BD2-98F5-F3BA842272C0}"/>
              </a:ext>
            </a:extLst>
          </p:cNvPr>
          <p:cNvSpPr>
            <a:spLocks xmlns:a="http://schemas.openxmlformats.org/drawingml/2006/main" noGrp="1"/>
          </p:cNvSpPr>
          <p:nvPr/>
        </p:nvSpPr>
        <p:spPr>
          <a:xfrm xmlns:a="http://schemas.openxmlformats.org/drawingml/2006/main">
            <a:off x="9563100" y="49720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825">
                <a:solidFill>
                  <a:srgbClr val="111111"/>
                </a:solidFill>
                <a:latin typeface="Calibri"/>
                <a:ea typeface="Calibri"/>
                <a:cs typeface="Calibri"/>
              </a:defRPr>
            </a:defPPr>
          </a:lstStyle>
          <a:p xmlns:a="http://schemas.openxmlformats.org/drawingml/2006/main">
            <a:pPr algn="ctr">
              <a:defRPr sz="825">
                <a:solidFill>
                  <a:srgbClr val="111111"/>
                </a:solidFill>
                <a:latin typeface="Calibri"/>
                <a:ea typeface="Calibri"/>
                <a:cs typeface="Calibri"/>
              </a:defRPr>
            </a:pPr>
            <a:r>
              <a:rPr sz="825">
                <a:solidFill>
                  <a:srgbClr val="111111"/>
                </a:solidFill>
                <a:latin typeface="Calibri"/>
                <a:ea typeface="Calibri"/>
                <a:cs typeface="Calibri"/>
              </a:rPr>
              <a:t>Fruit</a:t>
            </a:r>
          </a:p>
        </p:txBody>
      </p:sp>
      <p:sp>
        <p:nvSpPr>
          <p:cNvPr id="40" name="">
            <a:extLst xmlns:a="http://schemas.openxmlformats.org/drawingml/2006/main">
              <a:ext uri="{FF2B5EF4-FFF2-40B4-BE49-F238E27FC236}">
                <a16:creationId xmlns:a16="http://schemas.microsoft.com/office/drawing/2014/main" id="{3CD825EF-5619-4EF0-8112-69AF9A939FF3}"/>
              </a:ext>
            </a:extLst>
          </p:cNvPr>
          <p:cNvSpPr>
            <a:spLocks xmlns:a="http://schemas.openxmlformats.org/drawingml/2006/main" noGrp="1"/>
          </p:cNvSpPr>
          <p:nvPr/>
        </p:nvSpPr>
        <p:spPr>
          <a:xfrm xmlns:a="http://schemas.openxmlformats.org/drawingml/2006/main">
            <a:off x="8582025" y="5743575"/>
            <a:ext cx="1143000" cy="152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9FDB1BC-7BBA-4E25-82B2-8EEBC0993EE6}"/>
              </a:ext>
            </a:extLst>
          </p:cNvPr>
          <p:cNvSpPr>
            <a:spLocks xmlns:a="http://schemas.openxmlformats.org/drawingml/2006/main" noGrp="1"/>
          </p:cNvSpPr>
          <p:nvPr/>
        </p:nvSpPr>
        <p:spPr>
          <a:xfrm xmlns:a="http://schemas.openxmlformats.org/drawingml/2006/main">
            <a:off x="8582025" y="5743575"/>
            <a:ext cx="1143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825">
                <a:solidFill>
                  <a:srgbClr val="111111"/>
                </a:solidFill>
                <a:latin typeface="Calibri"/>
                <a:ea typeface="Calibri"/>
                <a:cs typeface="Calibri"/>
              </a:defRPr>
            </a:defPPr>
          </a:lstStyle>
          <a:p xmlns:a="http://schemas.openxmlformats.org/drawingml/2006/main">
            <a:pPr algn="ctr">
              <a:defRPr sz="825">
                <a:solidFill>
                  <a:srgbClr val="111111"/>
                </a:solidFill>
                <a:latin typeface="Calibri"/>
                <a:ea typeface="Calibri"/>
                <a:cs typeface="Calibri"/>
              </a:defRPr>
            </a:pPr>
            <a:r>
              <a:rPr sz="825">
                <a:solidFill>
                  <a:srgbClr val="111111"/>
                </a:solidFill>
                <a:latin typeface="Calibri"/>
                <a:ea typeface="Calibri"/>
                <a:cs typeface="Calibri"/>
              </a:rPr>
              <a:t>Cereals, pasta and bread</a:t>
            </a:r>
          </a:p>
        </p:txBody>
      </p:sp>
      <p:sp>
        <p:nvSpPr>
          <p:cNvPr id="42" name="">
            <a:extLst xmlns:a="http://schemas.openxmlformats.org/drawingml/2006/main">
              <a:ext uri="{FF2B5EF4-FFF2-40B4-BE49-F238E27FC236}">
                <a16:creationId xmlns:a16="http://schemas.microsoft.com/office/drawing/2014/main" id="{033AB6E1-59B2-4AB8-9D29-A8B9C0B6A382}"/>
              </a:ext>
            </a:extLst>
          </p:cNvPr>
          <p:cNvSpPr>
            <a:spLocks xmlns:a="http://schemas.openxmlformats.org/drawingml/2006/main" noGrp="1"/>
          </p:cNvSpPr>
          <p:nvPr/>
        </p:nvSpPr>
        <p:spPr>
          <a:xfrm xmlns:a="http://schemas.openxmlformats.org/drawingml/2006/main">
            <a:off x="6343650" y="5610225"/>
            <a:ext cx="876300" cy="152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6DC4004-20B8-4061-B7CE-F25DC7C67D17}"/>
              </a:ext>
            </a:extLst>
          </p:cNvPr>
          <p:cNvSpPr>
            <a:spLocks xmlns:a="http://schemas.openxmlformats.org/drawingml/2006/main" noGrp="1"/>
          </p:cNvSpPr>
          <p:nvPr/>
        </p:nvSpPr>
        <p:spPr>
          <a:xfrm xmlns:a="http://schemas.openxmlformats.org/drawingml/2006/main">
            <a:off x="6343650" y="5610225"/>
            <a:ext cx="8763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825">
                <a:solidFill>
                  <a:srgbClr val="111111"/>
                </a:solidFill>
                <a:latin typeface="Calibri"/>
                <a:ea typeface="Calibri"/>
                <a:cs typeface="Calibri"/>
              </a:defRPr>
            </a:defPPr>
          </a:lstStyle>
          <a:p xmlns:a="http://schemas.openxmlformats.org/drawingml/2006/main">
            <a:pPr algn="ctr">
              <a:defRPr sz="825">
                <a:solidFill>
                  <a:srgbClr val="111111"/>
                </a:solidFill>
                <a:latin typeface="Calibri"/>
                <a:ea typeface="Calibri"/>
                <a:cs typeface="Calibri"/>
              </a:defRPr>
            </a:pPr>
            <a:r>
              <a:rPr sz="825">
                <a:solidFill>
                  <a:srgbClr val="111111"/>
                </a:solidFill>
                <a:latin typeface="Calibri"/>
                <a:ea typeface="Calibri"/>
                <a:cs typeface="Calibri"/>
              </a:rPr>
              <a:t>Drink plenty of water</a:t>
            </a:r>
          </a:p>
        </p:txBody>
      </p:sp>
      <p:sp>
        <p:nvSpPr>
          <p:cNvPr id="44" name="">
            <a:extLst xmlns:a="http://schemas.openxmlformats.org/drawingml/2006/main">
              <a:ext uri="{FF2B5EF4-FFF2-40B4-BE49-F238E27FC236}">
                <a16:creationId xmlns:a16="http://schemas.microsoft.com/office/drawing/2014/main" id="{B2C187A1-F0B3-4CA1-A272-FE2972A3DDA0}"/>
              </a:ext>
            </a:extLst>
          </p:cNvPr>
          <p:cNvSpPr>
            <a:spLocks xmlns:a="http://schemas.openxmlformats.org/drawingml/2006/main" noGrp="1"/>
          </p:cNvSpPr>
          <p:nvPr/>
        </p:nvSpPr>
        <p:spPr>
          <a:xfrm xmlns:a="http://schemas.openxmlformats.org/drawingml/2006/main">
            <a:off x="10791825" y="4648200"/>
            <a:ext cx="495300" cy="190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077C1904-E34C-4665-99B1-BC32194C58D9}"/>
              </a:ext>
            </a:extLst>
          </p:cNvPr>
          <p:cNvSpPr>
            <a:spLocks xmlns:a="http://schemas.openxmlformats.org/drawingml/2006/main" noGrp="1"/>
          </p:cNvSpPr>
          <p:nvPr/>
        </p:nvSpPr>
        <p:spPr>
          <a:xfrm xmlns:a="http://schemas.openxmlformats.org/drawingml/2006/main">
            <a:off x="10791825" y="46482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825">
                <a:solidFill>
                  <a:srgbClr val="111111"/>
                </a:solidFill>
                <a:latin typeface="Calibri"/>
                <a:ea typeface="Calibri"/>
                <a:cs typeface="Calibri"/>
              </a:defRPr>
            </a:defPPr>
          </a:lstStyle>
          <a:p xmlns:a="http://schemas.openxmlformats.org/drawingml/2006/main">
            <a:pPr algn="ctr">
              <a:defRPr sz="825">
                <a:solidFill>
                  <a:srgbClr val="111111"/>
                </a:solidFill>
                <a:latin typeface="Calibri"/>
                <a:ea typeface="Calibri"/>
                <a:cs typeface="Calibri"/>
              </a:defRPr>
            </a:pPr>
            <a:r>
              <a:rPr sz="825">
                <a:solidFill>
                  <a:srgbClr val="111111"/>
                </a:solidFill>
                <a:latin typeface="Calibri"/>
                <a:ea typeface="Calibri"/>
                <a:cs typeface="Calibri"/>
              </a:rPr>
              <a:t>Exercise</a:t>
            </a:r>
          </a:p>
        </p:txBody>
      </p:sp>
    </p:spTree>
    <p:extLst>
      <p:ext uri="{BB962C8B-B14F-4D97-AF65-F5344CB8AC3E}">
        <p14:creationId xmlns:p14="http://schemas.microsoft.com/office/powerpoint/2010/main" val="3789824641"/>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18" name="Rectangle 17">
            <a:extLst xmlns:a="http://schemas.openxmlformats.org/drawingml/2006/main">
              <a:ext uri="{FF2B5EF4-FFF2-40B4-BE49-F238E27FC236}">
                <a16:creationId xmlns:a16="http://schemas.microsoft.com/office/drawing/2014/main" id="{19245A10-7F37-4569-80D2-2F692931E300}"/>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Rectangle 8">
            <a:extLst xmlns:a="http://schemas.openxmlformats.org/drawingml/2006/main">
              <a:ext uri="{FF2B5EF4-FFF2-40B4-BE49-F238E27FC236}">
                <a16:creationId xmlns:a16="http://schemas.microsoft.com/office/drawing/2014/main" id="{9267F70F-11C6-4597-9381-D0D80FC18FD9}"/>
              </a:ext>
            </a:extLst>
          </p:cNvPr>
          <p:cNvSpPr>
            <a:spLocks xmlns:a="http://schemas.openxmlformats.org/drawingml/2006/main" noGrp="1"/>
          </p:cNvSpPr>
          <p:nvPr/>
        </p:nvSpPr>
        <p:spPr>
          <a:xfrm xmlns:a="http://schemas.openxmlformats.org/drawingml/2006/main">
            <a:off x="6406152" y="2355786"/>
            <a:ext cx="4985748" cy="3531073"/>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 name="Título 1">
            <a:extLst xmlns:a="http://schemas.openxmlformats.org/drawingml/2006/main">
              <a:ext uri="{FF2B5EF4-FFF2-40B4-BE49-F238E27FC236}">
                <a16:creationId xmlns:a16="http://schemas.microsoft.com/office/drawing/2014/main" id="{0AF9AF31-2EA8-453F-AEE1-587C0911881D}"/>
              </a:ext>
            </a:extLst>
          </p:cNvPr>
          <p:cNvSpPr>
            <a:spLocks xmlns:a="http://schemas.openxmlformats.org/drawingml/2006/main" noGrp="1"/>
          </p:cNvSpPr>
          <p:nvPr>
            <p:ph type="title" idx="0"/>
          </p:nvPr>
        </p:nvSpPr>
        <p:spPr>
          <a:xfrm xmlns:a="http://schemas.openxmlformats.org/drawingml/2006/main">
            <a:off x="7559812" y="2723322"/>
            <a:ext cx="3510355" cy="2236738"/>
          </a:xfrm>
        </p:spPr>
        <p:txBody>
          <a:bodyPr xmlns:a="http://schemas.openxmlformats.org/drawingml/2006/main" vert="horz" lIns="91440" tIns="45720" rIns="91440" bIns="45720" anchor="b">
            <a:normAutofit fontScale="100000"/>
          </a:bodyPr>
          <a:lstStyle xmlns:a="http://schemas.openxmlformats.org/drawingml/2006/main">
            <a:defPPr algn="l">
              <a:defRPr sz="1400">
                <a:solidFill>
                  <a:srgbClr val="FFFFFF"/>
                </a:solidFill>
                <a:latin typeface="Calibri Light"/>
                <a:ea typeface="Calibri Light"/>
                <a:cs typeface="Calibri Light"/>
              </a:defRPr>
            </a:defPPr>
          </a:lstStyle>
          <a:p xmlns:a="http://schemas.openxmlformats.org/drawingml/2006/main">
            <a:pPr algn="l">
              <a:defRPr sz="1400">
                <a:solidFill>
                  <a:srgbClr val="FFFFFF"/>
                </a:solidFill>
                <a:latin typeface="Calibri Light"/>
                <a:ea typeface="Calibri Light"/>
                <a:cs typeface="Calibri Light"/>
              </a:defRPr>
            </a:pPr>
            <a:r>
              <a:rPr sz="1400">
                <a:solidFill>
                  <a:srgbClr val="FFFFFF"/>
                </a:solidFill>
                <a:latin typeface="Calibri Light"/>
                <a:ea typeface="Calibri Light"/>
                <a:cs typeface="Calibri Light"/>
              </a:rPr>
              <a:t>There should be five meals a day. Three should be more substantial because they provide energy and nutrients: breakfast, lunch and dinner. The other two meals are lighter and supportive. They should complement the main meals and can include foods that require more daily servings, such as milk, fruit and cereals.</a:t>
            </a:r>
            <a:endParaRPr sz="1400">
              <a:solidFill>
                <a:srgbClr val="FFFFFF"/>
              </a:solidFill>
            </a:endParaRPr>
          </a:p>
        </p:txBody>
      </p:sp>
      <p:sp>
        <p:nvSpPr>
          <p:cNvPr id="27" name="Freeform 5">
            <a:extLst xmlns:a="http://schemas.openxmlformats.org/drawingml/2006/main">
              <a:ext uri="{FF2B5EF4-FFF2-40B4-BE49-F238E27FC236}">
                <a16:creationId xmlns:a16="http://schemas.microsoft.com/office/drawing/2014/main" id="{2C20A93E-E407-4683-A405-147DE26132AD}"/>
              </a:ext>
            </a:extLst>
          </p:cNvPr>
          <p:cNvSpPr>
            <a:spLocks xmlns:a="http://schemas.openxmlformats.org/drawingml/2006/main" noGrp="1"/>
          </p:cNvSpPr>
          <p:nvPr/>
        </p:nvSpPr>
        <p:spPr>
          <a:xfrm xmlns:a="http://schemas.openxmlformats.org/drawingml/2006/main">
            <a:off x="6409782" y="1654168"/>
            <a:ext cx="822493" cy="4232692"/>
          </a:xfrm>
          <a:custGeom xmlns:a="http://schemas.openxmlformats.org/drawingml/2006/main">
            <a:gdLst>
              <a:gd name="T0" fmla="*/ 491 w 491"/>
              <a:gd name="T1" fmla="*/ 2247 h 2732"/>
              <a:gd name="T2" fmla="*/ 0 w 491"/>
              <a:gd name="T3" fmla="*/ 2732 h 2732"/>
              <a:gd name="T4" fmla="*/ 0 w 491"/>
              <a:gd name="T5" fmla="*/ 486 h 2732"/>
              <a:gd name="T6" fmla="*/ 491 w 491"/>
              <a:gd name="T7" fmla="*/ 0 h 2732"/>
              <a:gd name="T8" fmla="*/ 491 w 491"/>
              <a:gd name="T9" fmla="*/ 2247 h 2732"/>
            </a:gdLst>
            <a:rect l="0" t="0" r="r" b="b"/>
            <a:pathLst>
              <a:path w="491" h="2732">
                <a:moveTo>
                  <a:pt x="491" y="2247"/>
                </a:moveTo>
                <a:lnTo>
                  <a:pt x="0" y="2732"/>
                </a:lnTo>
                <a:lnTo>
                  <a:pt x="0" y="486"/>
                </a:lnTo>
                <a:lnTo>
                  <a:pt x="491" y="0"/>
                </a:lnTo>
                <a:lnTo>
                  <a:pt x="491" y="2247"/>
                </a:lnTo>
                <a:close/>
              </a:path>
            </a:pathLst>
          </a:custGeom>
          <a:solidFill xmlns:a="http://schemas.openxmlformats.org/drawingml/2006/main">
            <a:schemeClr val="accent1">
              <a:lumMod val="50000"/>
            </a:schemeClr>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4" name="Freeform 6">
            <a:extLst xmlns:a="http://schemas.openxmlformats.org/drawingml/2006/main">
              <a:ext uri="{FF2B5EF4-FFF2-40B4-BE49-F238E27FC236}">
                <a16:creationId xmlns:a16="http://schemas.microsoft.com/office/drawing/2014/main" id="{9E8E3DD9-D235-48D9-A0EC-D6817EC84B75}"/>
              </a:ext>
            </a:extLst>
          </p:cNvPr>
          <p:cNvSpPr>
            <a:spLocks xmlns:a="http://schemas.openxmlformats.org/drawingml/2006/main" noGrp="1"/>
          </p:cNvSpPr>
          <p:nvPr/>
        </p:nvSpPr>
        <p:spPr>
          <a:xfrm xmlns:a="http://schemas.openxmlformats.org/drawingml/2006/main">
            <a:off x="6544520" y="1311136"/>
            <a:ext cx="687754" cy="3820236"/>
          </a:xfrm>
          <a:custGeom xmlns:a="http://schemas.openxmlformats.org/drawingml/2006/main">
            <a:gdLst>
              <a:gd name="T0" fmla="*/ 414 w 414"/>
              <a:gd name="T1" fmla="*/ 2447 h 2447"/>
              <a:gd name="T2" fmla="*/ 0 w 414"/>
              <a:gd name="T3" fmla="*/ 2247 h 2447"/>
              <a:gd name="T4" fmla="*/ 0 w 414"/>
              <a:gd name="T5" fmla="*/ 0 h 2447"/>
              <a:gd name="T6" fmla="*/ 414 w 414"/>
              <a:gd name="T7" fmla="*/ 200 h 2447"/>
              <a:gd name="T8" fmla="*/ 414 w 414"/>
              <a:gd name="T9" fmla="*/ 2447 h 2447"/>
            </a:gdLst>
            <a:rect l="0" t="0" r="r" b="b"/>
            <a:pathLst>
              <a:path w="414" h="2447">
                <a:moveTo>
                  <a:pt x="414" y="2447"/>
                </a:moveTo>
                <a:lnTo>
                  <a:pt x="0" y="2247"/>
                </a:lnTo>
                <a:lnTo>
                  <a:pt x="0" y="0"/>
                </a:lnTo>
                <a:lnTo>
                  <a:pt x="414" y="200"/>
                </a:lnTo>
                <a:lnTo>
                  <a:pt x="414" y="2447"/>
                </a:lnTo>
                <a:close/>
              </a:path>
            </a:pathLst>
          </a:custGeom>
          <a:solidFill xmlns:a="http://schemas.openxmlformats.org/drawingml/2006/main">
            <a:schemeClr val="accent1">
              <a:lumMod val="75000"/>
            </a:schemeClr>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6" name="Freeform 7">
            <a:extLst xmlns:a="http://schemas.openxmlformats.org/drawingml/2006/main">
              <a:ext uri="{FF2B5EF4-FFF2-40B4-BE49-F238E27FC236}">
                <a16:creationId xmlns:a16="http://schemas.microsoft.com/office/drawing/2014/main" id="{EA83A145-578D-4A0B-94A7-AEAB2027D7EB}"/>
              </a:ext>
            </a:extLst>
          </p:cNvPr>
          <p:cNvSpPr>
            <a:spLocks xmlns:a="http://schemas.openxmlformats.org/drawingml/2006/main" noGrp="1"/>
          </p:cNvSpPr>
          <p:nvPr/>
        </p:nvSpPr>
        <p:spPr>
          <a:xfrm xmlns:a="http://schemas.openxmlformats.org/drawingml/2006/main">
            <a:off x="6544520" y="1126737"/>
            <a:ext cx="347200" cy="3699705"/>
          </a:xfrm>
          <a:custGeom xmlns:a="http://schemas.openxmlformats.org/drawingml/2006/main">
            <a:gdLst>
              <a:gd name="T0" fmla="*/ 209 w 209"/>
              <a:gd name="T1" fmla="*/ 2246 h 2358"/>
              <a:gd name="T2" fmla="*/ 0 w 209"/>
              <a:gd name="T3" fmla="*/ 2358 h 2358"/>
              <a:gd name="T4" fmla="*/ 0 w 209"/>
              <a:gd name="T5" fmla="*/ 111 h 2358"/>
              <a:gd name="T6" fmla="*/ 209 w 209"/>
              <a:gd name="T7" fmla="*/ 0 h 2358"/>
              <a:gd name="T8" fmla="*/ 209 w 209"/>
              <a:gd name="T9" fmla="*/ 2246 h 2358"/>
            </a:gdLst>
            <a:rect l="0" t="0" r="r" b="b"/>
            <a:pathLst>
              <a:path w="209" h="2358">
                <a:moveTo>
                  <a:pt x="209" y="2246"/>
                </a:moveTo>
                <a:lnTo>
                  <a:pt x="0" y="2358"/>
                </a:lnTo>
                <a:lnTo>
                  <a:pt x="0" y="111"/>
                </a:lnTo>
                <a:lnTo>
                  <a:pt x="209" y="0"/>
                </a:lnTo>
                <a:lnTo>
                  <a:pt x="209" y="2246"/>
                </a:lnTo>
                <a:close/>
              </a:path>
            </a:pathLst>
          </a:custGeom>
          <a:solidFill xmlns:a="http://schemas.openxmlformats.org/drawingml/2006/main">
            <a:schemeClr val="accent1">
              <a:lumMod val="50000"/>
            </a:schemeClr>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pic>
        <p:nvPicPr>
          <p:cNvPr id="6" name="Marcador de posición de imagen 5">
            <a:extLst xmlns:a="http://schemas.openxmlformats.org/drawingml/2006/main">
              <a:ext uri="{FF2B5EF4-FFF2-40B4-BE49-F238E27FC236}">
                <a16:creationId xmlns:a16="http://schemas.microsoft.com/office/drawing/2014/main" id="{38D27ED7-7387-4DA1-899F-5272A5ACAE96}"/>
              </a:ext>
            </a:extLst>
          </p:cNvPr>
          <p:cNvPicPr>
            <a:picLocks xmlns:a="http://schemas.openxmlformats.org/drawingml/2006/main" noChangeAspect="1"/>
          </p:cNvPicPr>
          <p:nvPr>
            <p:ph type="pic" idx="1"/>
          </p:nvPr>
        </p:nvPicPr>
        <p:blipFill rotWithShape="1">
          <a:blip xmlns:r="http://schemas.openxmlformats.org/officeDocument/2006/relationships" xmlns:a="http://schemas.openxmlformats.org/drawingml/2006/main" r:embed="R1918663d3a9949c1"/>
          <a:srcRect xmlns:a="http://schemas.openxmlformats.org/drawingml/2006/main" l="0" t="4043" r="3" b="4046"/>
          <a:stretch xmlns:a="http://schemas.openxmlformats.org/drawingml/2006/main"/>
        </p:blipFill>
        <p:spPr>
          <a:xfrm xmlns:a="http://schemas.openxmlformats.org/drawingml/2006/main">
            <a:off x="1258859" y="1120046"/>
            <a:ext cx="5635819" cy="3509504"/>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21E93A88-ACDF-4AC8-A1BE-237F484A5990}"/>
              </a:ext>
            </a:extLst>
          </p:cNvPr>
          <p:cNvSpPr>
            <a:spLocks xmlns:a="http://schemas.openxmlformats.org/drawingml/2006/main" noGrp="1"/>
          </p:cNvSpPr>
          <p:nvPr/>
        </p:nvSpPr>
        <p:spPr>
          <a:xfrm xmlns:a="http://schemas.openxmlformats.org/drawingml/2006/main">
            <a:off x="3343275" y="1028700"/>
            <a:ext cx="1257300" cy="2762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2C56F5A-B8F8-4DAF-A08B-B06146082525}"/>
              </a:ext>
            </a:extLst>
          </p:cNvPr>
          <p:cNvSpPr>
            <a:spLocks xmlns:a="http://schemas.openxmlformats.org/drawingml/2006/main" noGrp="1"/>
          </p:cNvSpPr>
          <p:nvPr/>
        </p:nvSpPr>
        <p:spPr>
          <a:xfrm xmlns:a="http://schemas.openxmlformats.org/drawingml/2006/main">
            <a:off x="3343275" y="1028700"/>
            <a:ext cx="1257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425">
                <a:solidFill>
                  <a:srgbClr val="111111"/>
                </a:solidFill>
                <a:latin typeface="Calibri"/>
                <a:ea typeface="Calibri"/>
                <a:cs typeface="Calibri"/>
              </a:defRPr>
            </a:defPPr>
          </a:lstStyle>
          <a:p xmlns:a="http://schemas.openxmlformats.org/drawingml/2006/main">
            <a:pPr algn="ctr">
              <a:defRPr sz="1425">
                <a:solidFill>
                  <a:srgbClr val="111111"/>
                </a:solidFill>
                <a:latin typeface="Calibri"/>
                <a:ea typeface="Calibri"/>
                <a:cs typeface="Calibri"/>
              </a:defRPr>
            </a:pPr>
            <a:r>
              <a:rPr sz="1425">
                <a:solidFill>
                  <a:srgbClr val="111111"/>
                </a:solidFill>
                <a:latin typeface="Calibri"/>
                <a:ea typeface="Calibri"/>
                <a:cs typeface="Calibri"/>
              </a:rPr>
              <a:t>Breakfast 20%</a:t>
            </a:r>
          </a:p>
        </p:txBody>
      </p:sp>
      <p:sp>
        <p:nvSpPr>
          <p:cNvPr id="30" name="">
            <a:extLst xmlns:a="http://schemas.openxmlformats.org/drawingml/2006/main">
              <a:ext uri="{FF2B5EF4-FFF2-40B4-BE49-F238E27FC236}">
                <a16:creationId xmlns:a16="http://schemas.microsoft.com/office/drawing/2014/main" id="{0A3680F3-CE20-439D-AA33-8492B364FDD0}"/>
              </a:ext>
            </a:extLst>
          </p:cNvPr>
          <p:cNvSpPr>
            <a:spLocks xmlns:a="http://schemas.openxmlformats.org/drawingml/2006/main" noGrp="1"/>
          </p:cNvSpPr>
          <p:nvPr/>
        </p:nvSpPr>
        <p:spPr>
          <a:xfrm xmlns:a="http://schemas.openxmlformats.org/drawingml/2006/main">
            <a:off x="1543050" y="2333625"/>
            <a:ext cx="495300" cy="4572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6D89575-503B-461E-94F3-8D565B114C01}"/>
              </a:ext>
            </a:extLst>
          </p:cNvPr>
          <p:cNvSpPr>
            <a:spLocks xmlns:a="http://schemas.openxmlformats.org/drawingml/2006/main" noGrp="1"/>
          </p:cNvSpPr>
          <p:nvPr/>
        </p:nvSpPr>
        <p:spPr>
          <a:xfrm xmlns:a="http://schemas.openxmlformats.org/drawingml/2006/main">
            <a:off x="1543050" y="2333625"/>
            <a:ext cx="49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a:solidFill>
                  <a:srgbClr val="111111"/>
                </a:solidFill>
                <a:latin typeface="Calibri"/>
                <a:ea typeface="Calibri"/>
                <a:cs typeface="Calibri"/>
              </a:defRPr>
            </a:defPPr>
          </a:lstStyle>
          <a:p xmlns:a="http://schemas.openxmlformats.org/drawingml/2006/main">
            <a:pPr algn="ctr">
              <a:defRPr sz="1350">
                <a:solidFill>
                  <a:srgbClr val="111111"/>
                </a:solidFill>
                <a:latin typeface="Calibri"/>
                <a:ea typeface="Calibri"/>
                <a:cs typeface="Calibri"/>
              </a:defRPr>
            </a:pPr>
            <a:r>
              <a:rPr sz="1350">
                <a:solidFill>
                  <a:srgbClr val="111111"/>
                </a:solidFill>
                <a:latin typeface="Calibri"/>
                <a:ea typeface="Calibri"/>
                <a:cs typeface="Calibri"/>
              </a:rPr>
              <a:t>Dinner</a:t>
            </a:r>
          </a:p>
          <a:p xmlns:a="http://schemas.openxmlformats.org/drawingml/2006/main">
            <a:pPr algn="ctr">
              <a:defRPr sz="1350">
                <a:solidFill>
                  <a:srgbClr val="111111"/>
                </a:solidFill>
                <a:latin typeface="Calibri"/>
                <a:ea typeface="Calibri"/>
                <a:cs typeface="Calibri"/>
              </a:defRPr>
            </a:pPr>
            <a:r>
              <a:rPr sz="1350">
                <a:solidFill>
                  <a:srgbClr val="111111"/>
                </a:solidFill>
                <a:latin typeface="Calibri"/>
                <a:ea typeface="Calibri"/>
                <a:cs typeface="Calibri"/>
              </a:rPr>
              <a:t>25%</a:t>
            </a:r>
          </a:p>
        </p:txBody>
      </p:sp>
      <p:sp>
        <p:nvSpPr>
          <p:cNvPr id="32" name="">
            <a:extLst xmlns:a="http://schemas.openxmlformats.org/drawingml/2006/main">
              <a:ext uri="{FF2B5EF4-FFF2-40B4-BE49-F238E27FC236}">
                <a16:creationId xmlns:a16="http://schemas.microsoft.com/office/drawing/2014/main" id="{B0E836DB-CC2D-440D-844F-CE29E313F5EF}"/>
              </a:ext>
            </a:extLst>
          </p:cNvPr>
          <p:cNvSpPr>
            <a:spLocks xmlns:a="http://schemas.openxmlformats.org/drawingml/2006/main" noGrp="1"/>
          </p:cNvSpPr>
          <p:nvPr/>
        </p:nvSpPr>
        <p:spPr>
          <a:xfrm xmlns:a="http://schemas.openxmlformats.org/drawingml/2006/main">
            <a:off x="5381625" y="1885950"/>
            <a:ext cx="876300" cy="819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24EA876-BF40-42E2-B70C-35EC34D7B020}"/>
              </a:ext>
            </a:extLst>
          </p:cNvPr>
          <p:cNvSpPr>
            <a:spLocks xmlns:a="http://schemas.openxmlformats.org/drawingml/2006/main" noGrp="1"/>
          </p:cNvSpPr>
          <p:nvPr/>
        </p:nvSpPr>
        <p:spPr>
          <a:xfrm xmlns:a="http://schemas.openxmlformats.org/drawingml/2006/main">
            <a:off x="5381625" y="1885950"/>
            <a:ext cx="876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125">
                <a:solidFill>
                  <a:srgbClr val="111111"/>
                </a:solidFill>
                <a:latin typeface="Calibri"/>
                <a:ea typeface="Calibri"/>
                <a:cs typeface="Calibri"/>
              </a:defRPr>
            </a:defPPr>
          </a:lstStyle>
          <a:p xmlns:a="http://schemas.openxmlformats.org/drawingml/2006/main">
            <a:pPr algn="ctr">
              <a:defRPr sz="1125">
                <a:solidFill>
                  <a:srgbClr val="111111"/>
                </a:solidFill>
                <a:latin typeface="Calibri"/>
                <a:ea typeface="Calibri"/>
                <a:cs typeface="Calibri"/>
              </a:defRPr>
            </a:pPr>
            <a:r>
              <a:rPr sz="1125">
                <a:solidFill>
                  <a:srgbClr val="111111"/>
                </a:solidFill>
                <a:latin typeface="Calibri"/>
                <a:ea typeface="Calibri"/>
                <a:cs typeface="Calibri"/>
              </a:rPr>
              <a:t>Mid-morning</a:t>
            </a:r>
          </a:p>
          <a:p xmlns:a="http://schemas.openxmlformats.org/drawingml/2006/main">
            <a:pPr algn="ctr">
              <a:defRPr sz="1125">
                <a:solidFill>
                  <a:srgbClr val="111111"/>
                </a:solidFill>
                <a:latin typeface="Calibri"/>
                <a:ea typeface="Calibri"/>
                <a:cs typeface="Calibri"/>
              </a:defRPr>
            </a:pPr>
            <a:r>
              <a:rPr sz="1125">
                <a:solidFill>
                  <a:srgbClr val="111111"/>
                </a:solidFill>
                <a:latin typeface="Calibri"/>
                <a:ea typeface="Calibri"/>
                <a:cs typeface="Calibri"/>
              </a:rPr>
              <a:t>snack</a:t>
            </a:r>
          </a:p>
          <a:p xmlns:a="http://schemas.openxmlformats.org/drawingml/2006/main">
            <a:pPr algn="ctr">
              <a:defRPr sz="1125">
                <a:solidFill>
                  <a:srgbClr val="111111"/>
                </a:solidFill>
                <a:latin typeface="Calibri"/>
                <a:ea typeface="Calibri"/>
                <a:cs typeface="Calibri"/>
              </a:defRPr>
            </a:pPr>
            <a:r>
              <a:rPr sz="1125">
                <a:solidFill>
                  <a:srgbClr val="111111"/>
                </a:solidFill>
                <a:latin typeface="Calibri"/>
                <a:ea typeface="Calibri"/>
                <a:cs typeface="Calibri"/>
              </a:rPr>
              <a:t>10–15%</a:t>
            </a:r>
          </a:p>
        </p:txBody>
      </p:sp>
      <p:sp>
        <p:nvSpPr>
          <p:cNvPr id="34" name="">
            <a:extLst xmlns:a="http://schemas.openxmlformats.org/drawingml/2006/main">
              <a:ext uri="{FF2B5EF4-FFF2-40B4-BE49-F238E27FC236}">
                <a16:creationId xmlns:a16="http://schemas.microsoft.com/office/drawing/2014/main" id="{539D15CA-F180-495D-9279-2FD14E766AB6}"/>
              </a:ext>
            </a:extLst>
          </p:cNvPr>
          <p:cNvSpPr>
            <a:spLocks xmlns:a="http://schemas.openxmlformats.org/drawingml/2006/main" noGrp="1"/>
          </p:cNvSpPr>
          <p:nvPr/>
        </p:nvSpPr>
        <p:spPr>
          <a:xfrm xmlns:a="http://schemas.openxmlformats.org/drawingml/2006/main">
            <a:off x="1790700" y="4200525"/>
            <a:ext cx="885825" cy="4572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C0FBCDE-57B0-47CB-87DA-3E9C61AF728F}"/>
              </a:ext>
            </a:extLst>
          </p:cNvPr>
          <p:cNvSpPr>
            <a:spLocks xmlns:a="http://schemas.openxmlformats.org/drawingml/2006/main" noGrp="1"/>
          </p:cNvSpPr>
          <p:nvPr/>
        </p:nvSpPr>
        <p:spPr>
          <a:xfrm xmlns:a="http://schemas.openxmlformats.org/drawingml/2006/main">
            <a:off x="1790700" y="4200525"/>
            <a:ext cx="88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00">
                <a:solidFill>
                  <a:srgbClr val="111111"/>
                </a:solidFill>
                <a:latin typeface="Calibri"/>
                <a:ea typeface="Calibri"/>
                <a:cs typeface="Calibri"/>
              </a:defRPr>
            </a:defPPr>
          </a:lstStyle>
          <a:p xmlns:a="http://schemas.openxmlformats.org/drawingml/2006/main">
            <a:pPr algn="ctr">
              <a:defRPr sz="1200">
                <a:solidFill>
                  <a:srgbClr val="111111"/>
                </a:solidFill>
                <a:latin typeface="Calibri"/>
                <a:ea typeface="Calibri"/>
                <a:cs typeface="Calibri"/>
              </a:defRPr>
            </a:pPr>
            <a:r>
              <a:rPr sz="1200">
                <a:solidFill>
                  <a:srgbClr val="111111"/>
                </a:solidFill>
                <a:latin typeface="Calibri"/>
                <a:ea typeface="Calibri"/>
                <a:cs typeface="Calibri"/>
              </a:rPr>
              <a:t>Afternoon snack</a:t>
            </a:r>
          </a:p>
          <a:p xmlns:a="http://schemas.openxmlformats.org/drawingml/2006/main">
            <a:pPr algn="ctr">
              <a:defRPr sz="1200">
                <a:solidFill>
                  <a:srgbClr val="111111"/>
                </a:solidFill>
                <a:latin typeface="Calibri"/>
                <a:ea typeface="Calibri"/>
                <a:cs typeface="Calibri"/>
              </a:defRPr>
            </a:pPr>
            <a:r>
              <a:rPr sz="1200">
                <a:solidFill>
                  <a:srgbClr val="111111"/>
                </a:solidFill>
                <a:latin typeface="Calibri"/>
                <a:ea typeface="Calibri"/>
                <a:cs typeface="Calibri"/>
              </a:rPr>
              <a:t>10–15%</a:t>
            </a:r>
          </a:p>
        </p:txBody>
      </p:sp>
      <p:sp>
        <p:nvSpPr>
          <p:cNvPr id="36" name="">
            <a:extLst xmlns:a="http://schemas.openxmlformats.org/drawingml/2006/main">
              <a:ext uri="{FF2B5EF4-FFF2-40B4-BE49-F238E27FC236}">
                <a16:creationId xmlns:a16="http://schemas.microsoft.com/office/drawing/2014/main" id="{77F4C1FE-5210-4254-BA4B-7B5F2F9AD544}"/>
              </a:ext>
            </a:extLst>
          </p:cNvPr>
          <p:cNvSpPr>
            <a:spLocks xmlns:a="http://schemas.openxmlformats.org/drawingml/2006/main" noGrp="1"/>
          </p:cNvSpPr>
          <p:nvPr/>
        </p:nvSpPr>
        <p:spPr>
          <a:xfrm xmlns:a="http://schemas.openxmlformats.org/drawingml/2006/main">
            <a:off x="5133975" y="4257675"/>
            <a:ext cx="838200" cy="428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454FECA-8D0C-47F0-975A-11C1EED7CDF2}"/>
              </a:ext>
            </a:extLst>
          </p:cNvPr>
          <p:cNvSpPr>
            <a:spLocks xmlns:a="http://schemas.openxmlformats.org/drawingml/2006/main" noGrp="1"/>
          </p:cNvSpPr>
          <p:nvPr/>
        </p:nvSpPr>
        <p:spPr>
          <a:xfrm xmlns:a="http://schemas.openxmlformats.org/drawingml/2006/main">
            <a:off x="5133975" y="4257675"/>
            <a:ext cx="838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a:solidFill>
                  <a:srgbClr val="111111"/>
                </a:solidFill>
                <a:latin typeface="Calibri"/>
                <a:ea typeface="Calibri"/>
                <a:cs typeface="Calibri"/>
              </a:defRPr>
            </a:defPPr>
          </a:lstStyle>
          <a:p xmlns:a="http://schemas.openxmlformats.org/drawingml/2006/main">
            <a:pPr algn="ctr">
              <a:defRPr sz="1350">
                <a:solidFill>
                  <a:srgbClr val="111111"/>
                </a:solidFill>
                <a:latin typeface="Calibri"/>
                <a:ea typeface="Calibri"/>
                <a:cs typeface="Calibri"/>
              </a:defRPr>
            </a:pPr>
            <a:r>
              <a:rPr sz="1350">
                <a:solidFill>
                  <a:srgbClr val="111111"/>
                </a:solidFill>
                <a:latin typeface="Calibri"/>
                <a:ea typeface="Calibri"/>
                <a:cs typeface="Calibri"/>
              </a:rPr>
              <a:t>Lunch</a:t>
            </a:r>
          </a:p>
          <a:p xmlns:a="http://schemas.openxmlformats.org/drawingml/2006/main">
            <a:pPr algn="ctr">
              <a:defRPr sz="1350">
                <a:solidFill>
                  <a:srgbClr val="111111"/>
                </a:solidFill>
                <a:latin typeface="Calibri"/>
                <a:ea typeface="Calibri"/>
                <a:cs typeface="Calibri"/>
              </a:defRPr>
            </a:pPr>
            <a:r>
              <a:rPr sz="1350">
                <a:solidFill>
                  <a:srgbClr val="111111"/>
                </a:solidFill>
                <a:latin typeface="Calibri"/>
                <a:ea typeface="Calibri"/>
                <a:cs typeface="Calibri"/>
              </a:rPr>
              <a:t>25–35%</a:t>
            </a:r>
          </a:p>
        </p:txBody>
      </p:sp>
    </p:spTree>
    <p:extLst>
      <p:ext uri="{BB962C8B-B14F-4D97-AF65-F5344CB8AC3E}">
        <p14:creationId xmlns:p14="http://schemas.microsoft.com/office/powerpoint/2010/main" val="3901198844"/>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4038CB10-1F5C-4D54-9DF7-12586DE5B007}"/>
              </a:ext>
            </a:extLst>
          </p:cNvPr>
          <p:cNvSpPr>
            <a:spLocks xmlns:a="http://schemas.openxmlformats.org/drawingml/2006/main" noGrp="1"/>
          </p:cNvSpPr>
          <p:nvPr/>
        </p:nvSpPr>
        <p:spPr>
          <a:xfrm xmlns:a="http://schemas.openxmlformats.org/drawingml/2006/main">
            <a:off x="327546" y="4572000"/>
            <a:ext cx="7058307" cy="1964266"/>
          </a:xfrm>
          <a:prstGeom xmlns:a="http://schemas.openxmlformats.org/drawingml/2006/main" prst="rect">
            <a:avLst/>
          </a:prstGeom>
          <a:solidFill xmlns:a="http://schemas.openxmlformats.org/drawingml/2006/main">
            <a:srgbClr val="5F458B">
              <a:alpha val="95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strike="noStrike" kern="1200" cap="none" spc="0" baseline="0">
              <a:ln>
                <a:noFill/>
              </a:ln>
              <a:solidFill>
                <a:prstClr val="white"/>
              </a:solidFill>
              <a:latin typeface="Calibri"/>
              <a:ea typeface="Calibri"/>
              <a:cs typeface="Calibri"/>
            </a:endParaRPr>
          </a:p>
        </p:txBody>
      </p:sp>
      <p:sp>
        <p:nvSpPr>
          <p:cNvPr id="2" name="Título 1">
            <a:extLst xmlns:a="http://schemas.openxmlformats.org/drawingml/2006/main">
              <a:ext uri="{FF2B5EF4-FFF2-40B4-BE49-F238E27FC236}">
                <a16:creationId xmlns:a16="http://schemas.microsoft.com/office/drawing/2014/main" id="{8F6245F6-3B20-4C08-B252-C31A28FBC1A5}"/>
              </a:ext>
            </a:extLst>
          </p:cNvPr>
          <p:cNvSpPr>
            <a:spLocks xmlns:a="http://schemas.openxmlformats.org/drawingml/2006/main" noGrp="1"/>
          </p:cNvSpPr>
          <p:nvPr>
            <p:ph type="title" idx="0"/>
          </p:nvPr>
        </p:nvSpPr>
        <p:spPr>
          <a:xfrm xmlns:a="http://schemas.openxmlformats.org/drawingml/2006/main">
            <a:off x="524256" y="4767072"/>
            <a:ext cx="6594189" cy="1625210"/>
          </a:xfrm>
        </p:spPr>
        <p:txBody>
          <a:bodyPr xmlns:a="http://schemas.openxmlformats.org/drawingml/2006/main" vert="horz" lIns="91440" tIns="45720" rIns="91440" bIns="45720" anchor="ctr">
            <a:normAutofit fontScale="100000"/>
          </a:bodyPr>
          <a:lstStyle xmlns:a="http://schemas.openxmlformats.org/drawingml/2006/main">
            <a:defPPr algn="r">
              <a:defRPr sz="4400">
                <a:solidFill>
                  <a:srgbClr val="FFFFFF"/>
                </a:solidFill>
                <a:latin typeface="Calibri Light"/>
                <a:ea typeface="Calibri Light"/>
                <a:cs typeface="Calibri Light"/>
              </a:defRPr>
            </a:defPPr>
          </a:lstStyle>
          <a:p xmlns:a="http://schemas.openxmlformats.org/drawingml/2006/main">
            <a:pPr algn="r">
              <a:buNone/>
              <a:defRPr sz="4400">
                <a:solidFill>
                  <a:srgbClr val="FFFFFF"/>
                </a:solidFill>
                <a:latin typeface="Calibri Light"/>
                <a:ea typeface="Calibri Light"/>
                <a:cs typeface="Calibri Light"/>
              </a:defRPr>
            </a:pPr>
            <a:r>
              <a:rPr sz="4400">
                <a:solidFill>
                  <a:srgbClr val="FFFFFF"/>
                </a:solidFill>
                <a:latin typeface="Calibri Light"/>
                <a:ea typeface="Calibri Light"/>
                <a:cs typeface="Calibri Light"/>
              </a:rPr>
              <a:t>MY BREAKFAST</a:t>
            </a:r>
          </a:p>
        </p:txBody>
      </p:sp>
      <p:pic>
        <p:nvPicPr>
          <p:cNvPr id="6" name="Marcador de contenido 5">
            <a:extLst xmlns:a="http://schemas.openxmlformats.org/drawingml/2006/main">
              <a:ext uri="{FF2B5EF4-FFF2-40B4-BE49-F238E27FC236}">
                <a16:creationId xmlns:a16="http://schemas.microsoft.com/office/drawing/2014/main" id="{C9FB3860-9068-4C21-91DE-A4C932259CC9}"/>
              </a:ext>
            </a:extLst>
          </p:cNvPr>
          <p:cNvPicPr>
            <a:picLocks xmlns:a="http://schemas.openxmlformats.org/drawingml/2006/main" noChangeAspect="1"/>
          </p:cNvPicPr>
          <p:nvPr>
            <p:ph idx="1"/>
          </p:nvPr>
        </p:nvPicPr>
        <p:blipFill rotWithShape="1">
          <a:blip xmlns:r="http://schemas.openxmlformats.org/officeDocument/2006/relationships" xmlns:a="http://schemas.openxmlformats.org/drawingml/2006/main" r:embed="Rd78aef42a1c44ff5"/>
          <a:srcRect xmlns:a="http://schemas.openxmlformats.org/drawingml/2006/main" l="3338" t="0" r="0" b="0"/>
          <a:stretch xmlns:a="http://schemas.openxmlformats.org/drawingml/2006/main"/>
        </p:blipFill>
        <p:spPr>
          <a:xfrm xmlns:a="http://schemas.openxmlformats.org/drawingml/2006/main">
            <a:off x="327547" y="321733"/>
            <a:ext cx="7058306" cy="4107392"/>
          </a:xfrm>
          <a:prstGeom xmlns:a="http://schemas.openxmlformats.org/drawingml/2006/main" prst="rect">
            <a:avLst/>
          </a:prstGeom>
        </p:spPr>
      </p:pic>
      <p:sp>
        <p:nvSpPr>
          <p:cNvPr id="25" name="Rectangle 24">
            <a:extLst xmlns:a="http://schemas.openxmlformats.org/drawingml/2006/main">
              <a:ext uri="{FF2B5EF4-FFF2-40B4-BE49-F238E27FC236}">
                <a16:creationId xmlns:a16="http://schemas.microsoft.com/office/drawing/2014/main" id="{73ED6512-6858-4552-B699-9A97FE9A4EA2}"/>
              </a:ext>
            </a:extLst>
          </p:cNvPr>
          <p:cNvSpPr>
            <a:spLocks xmlns:a="http://schemas.openxmlformats.org/drawingml/2006/main" noGrp="1"/>
          </p:cNvSpPr>
          <p:nvPr/>
        </p:nvSpPr>
        <p:spPr>
          <a:xfrm xmlns:a="http://schemas.openxmlformats.org/drawingml/2006/main">
            <a:off x="7534655" y="321732"/>
            <a:ext cx="4335613" cy="6214534"/>
          </a:xfrm>
          <a:prstGeom xmlns:a="http://schemas.openxmlformats.org/drawingml/2006/main" prst="rect">
            <a:avLst/>
          </a:prstGeom>
          <a:solidFill xmlns:a="http://schemas.openxmlformats.org/drawingml/2006/main">
            <a:srgbClr val="59595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strike="noStrike" kern="1200" cap="none" spc="0" baseline="0">
              <a:ln>
                <a:noFill/>
              </a:ln>
              <a:solidFill>
                <a:prstClr val="white"/>
              </a:solidFill>
              <a:latin typeface="Calibri"/>
              <a:ea typeface="Calibri"/>
              <a:cs typeface="Calibri"/>
            </a:endParaRPr>
          </a:p>
        </p:txBody>
      </p:sp>
      <p:sp>
        <p:nvSpPr>
          <p:cNvPr id="4" name="Marcador de texto 3">
            <a:extLst xmlns:a="http://schemas.openxmlformats.org/drawingml/2006/main">
              <a:ext uri="{FF2B5EF4-FFF2-40B4-BE49-F238E27FC236}">
                <a16:creationId xmlns:a16="http://schemas.microsoft.com/office/drawing/2014/main" id="{FC60BD28-AC27-4D11-81BD-7A0A2BB6FA71}"/>
              </a:ext>
            </a:extLst>
          </p:cNvPr>
          <p:cNvSpPr>
            <a:spLocks xmlns:a="http://schemas.openxmlformats.org/drawingml/2006/main" noGrp="1"/>
          </p:cNvSpPr>
          <p:nvPr>
            <p:ph type="body" idx="2"/>
          </p:nvPr>
        </p:nvSpPr>
        <p:spPr>
          <a:xfrm xmlns:a="http://schemas.openxmlformats.org/drawingml/2006/main">
            <a:off x="7807569" y="478302"/>
            <a:ext cx="3860175" cy="5739618"/>
          </a:xfrm>
        </p:spPr>
        <p:txBody>
          <a:bodyPr xmlns:a="http://schemas.openxmlformats.org/drawingml/2006/main" vert="horz" lIns="91440" tIns="45720" rIns="91440" bIns="45720" anchor="ctr">
            <a:normAutofit fontScale="100000"/>
          </a:bodyPr>
          <a:lstStyle xmlns:a="http://schemas.openxmlformats.org/drawingml/2006/main">
            <a:defPPr algn="l">
              <a:defRPr sz="1300">
                <a:solidFill>
                  <a:srgbClr val="FFFFFF"/>
                </a:solidFill>
                <a:latin typeface="Calibri"/>
                <a:ea typeface="Calibri"/>
                <a:cs typeface="Calibri"/>
              </a:defRPr>
            </a:defPPr>
          </a:lstStyle>
          <a:p xmlns:a="http://schemas.openxmlformats.org/drawingml/2006/main">
            <a:pPr algn="l">
              <a:defRPr sz="1300">
                <a:solidFill>
                  <a:srgbClr val="FFFFFF"/>
                </a:solidFill>
                <a:latin typeface="Calibri"/>
                <a:ea typeface="Calibri"/>
                <a:cs typeface="Calibri"/>
              </a:defRPr>
            </a:pPr>
            <a:r>
              <a:rPr sz="1300">
                <a:solidFill>
                  <a:srgbClr val="FFFFFF"/>
                </a:solidFill>
                <a:latin typeface="Calibri"/>
                <a:ea typeface="Calibri"/>
                <a:cs typeface="Calibri"/>
              </a:rPr>
              <a:t>Breakfast is very important for a good start to the day. For the best nutritional balance, it should include:</a:t>
            </a:r>
          </a:p>
          <a:p xmlns:a="http://schemas.openxmlformats.org/drawingml/2006/main">
            <a:pPr marL="285750" indent="-285750" algn="l">
              <a:buFont typeface="Wingdings"/>
              <a:buChar char="q"/>
              <a:defRPr sz="1300">
                <a:solidFill>
                  <a:srgbClr val="FFFFFF"/>
                </a:solidFill>
                <a:latin typeface="Calibri"/>
                <a:ea typeface="Calibri"/>
                <a:cs typeface="Calibri"/>
              </a:defRPr>
            </a:pPr>
            <a:r>
              <a:rPr sz="1300">
                <a:solidFill>
                  <a:srgbClr val="FFFFFF"/>
                </a:solidFill>
                <a:latin typeface="Calibri"/>
                <a:ea typeface="Calibri"/>
                <a:cs typeface="Calibri"/>
              </a:rPr>
              <a:t>Dairy (milk with or without sugar or cocoa, yoghurt, and cheese, avoiding very high-fat varieties).</a:t>
            </a:r>
          </a:p>
          <a:p xmlns:a="http://schemas.openxmlformats.org/drawingml/2006/main">
            <a:pPr marL="285750" indent="-285750" algn="l">
              <a:buFont typeface="Wingdings"/>
              <a:buChar char="q"/>
              <a:defRPr sz="1300">
                <a:solidFill>
                  <a:srgbClr val="FFFFFF"/>
                </a:solidFill>
                <a:latin typeface="Calibri"/>
                <a:ea typeface="Calibri"/>
                <a:cs typeface="Calibri"/>
              </a:defRPr>
            </a:pPr>
            <a:r>
              <a:rPr sz="1300">
                <a:solidFill>
                  <a:srgbClr val="FFFFFF"/>
                </a:solidFill>
                <a:latin typeface="Calibri"/>
                <a:ea typeface="Calibri"/>
                <a:cs typeface="Calibri"/>
              </a:rPr>
              <a:t>Bread, toast, cereal flakes, biscuits, muffins and cakes.</a:t>
            </a:r>
            <a:endParaRPr sz="1300">
              <a:solidFill>
                <a:srgbClr val="FFFFFF"/>
              </a:solidFill>
            </a:endParaRPr>
          </a:p>
          <a:p xmlns:a="http://schemas.openxmlformats.org/drawingml/2006/main">
            <a:pPr marL="285750" indent="-285750" algn="l">
              <a:buFont typeface="Wingdings"/>
              <a:buChar char="q"/>
              <a:defRPr sz="1300">
                <a:solidFill>
                  <a:srgbClr val="FFFFFF"/>
                </a:solidFill>
                <a:latin typeface="Calibri"/>
                <a:ea typeface="Calibri"/>
                <a:cs typeface="Calibri"/>
              </a:defRPr>
            </a:pPr>
            <a:r>
              <a:rPr sz="1300">
                <a:solidFill>
                  <a:srgbClr val="FFFFFF"/>
                </a:solidFill>
                <a:latin typeface="Calibri"/>
                <a:ea typeface="Calibri"/>
                <a:cs typeface="Calibri"/>
              </a:rPr>
              <a:t>Fruit or fruit juice (any variety).</a:t>
            </a:r>
          </a:p>
          <a:p xmlns:a="http://schemas.openxmlformats.org/drawingml/2006/main">
            <a:pPr marL="285750" indent="-285750" algn="l">
              <a:buFont typeface="Wingdings"/>
              <a:buChar char="q"/>
              <a:defRPr sz="1300">
                <a:solidFill>
                  <a:srgbClr val="FFFFFF"/>
                </a:solidFill>
                <a:latin typeface="Calibri"/>
                <a:ea typeface="Calibri"/>
                <a:cs typeface="Calibri"/>
              </a:defRPr>
            </a:pPr>
            <a:r>
              <a:rPr sz="1300">
                <a:solidFill>
                  <a:srgbClr val="FFFFFF"/>
                </a:solidFill>
                <a:latin typeface="Calibri"/>
                <a:ea typeface="Calibri"/>
                <a:cs typeface="Calibri"/>
              </a:rPr>
              <a:t>Jam and honey.</a:t>
            </a:r>
          </a:p>
          <a:p xmlns:a="http://schemas.openxmlformats.org/drawingml/2006/main">
            <a:pPr marL="285750" indent="-285750" algn="l">
              <a:buFont typeface="Wingdings"/>
              <a:buChar char="q"/>
              <a:defRPr sz="1300">
                <a:solidFill>
                  <a:srgbClr val="FFFFFF"/>
                </a:solidFill>
                <a:latin typeface="Calibri"/>
                <a:ea typeface="Calibri"/>
                <a:cs typeface="Calibri"/>
              </a:defRPr>
            </a:pPr>
            <a:r>
              <a:rPr sz="1300">
                <a:solidFill>
                  <a:srgbClr val="FFFFFF"/>
                </a:solidFill>
                <a:latin typeface="Calibri"/>
                <a:ea typeface="Calibri"/>
                <a:cs typeface="Calibri"/>
              </a:rPr>
              <a:t>Added fat (olive oil, butter or margarine).</a:t>
            </a:r>
          </a:p>
          <a:p xmlns:a="http://schemas.openxmlformats.org/drawingml/2006/main">
            <a:pPr marL="285750" indent="-285750" algn="l">
              <a:buFont typeface="Wingdings"/>
              <a:buChar char="q"/>
              <a:defRPr sz="1300">
                <a:solidFill>
                  <a:srgbClr val="FFFFFF"/>
                </a:solidFill>
                <a:latin typeface="Calibri"/>
                <a:ea typeface="Calibri"/>
                <a:cs typeface="Calibri"/>
              </a:defRPr>
            </a:pPr>
            <a:r>
              <a:rPr sz="1300">
                <a:solidFill>
                  <a:srgbClr val="FFFFFF"/>
                </a:solidFill>
                <a:latin typeface="Calibri"/>
                <a:ea typeface="Calibri"/>
                <a:cs typeface="Calibri"/>
              </a:rPr>
              <a:t>Ham or another cold cut (occasionally).</a:t>
            </a:r>
          </a:p>
          <a:p xmlns:a="http://schemas.openxmlformats.org/drawingml/2006/main">
            <a:pPr marL="285750" indent="-285750" algn="l">
              <a:buFont typeface="Wingdings"/>
              <a:buChar char="q"/>
              <a:defRPr sz="1300">
                <a:solidFill>
                  <a:srgbClr val="FFFFFF"/>
                </a:solidFill>
                <a:latin typeface="Calibri"/>
                <a:ea typeface="Calibri"/>
                <a:cs typeface="Calibri"/>
              </a:defRPr>
            </a:pPr>
            <a:r>
              <a:rPr sz="1300">
                <a:solidFill>
                  <a:srgbClr val="FFFFFF"/>
                </a:solidFill>
                <a:latin typeface="Calibri"/>
                <a:ea typeface="Calibri"/>
                <a:cs typeface="Calibri"/>
              </a:rPr>
              <a:t>Mid-morning: fruit.</a:t>
            </a:r>
          </a:p>
          <a:p xmlns:a="http://schemas.openxmlformats.org/drawingml/2006/main">
            <a:pPr marL="285750" indent="-285750" algn="l">
              <a:buFont typeface="Wingdings"/>
              <a:buChar char="q"/>
              <a:defRPr sz="1300">
                <a:solidFill>
                  <a:srgbClr val="FFFFFF"/>
                </a:solidFill>
                <a:latin typeface="Calibri"/>
                <a:ea typeface="Calibri"/>
                <a:cs typeface="Calibri"/>
              </a:defRPr>
            </a:pPr>
            <a:r>
              <a:rPr sz="1300">
                <a:solidFill>
                  <a:srgbClr val="FFFFFF"/>
                </a:solidFill>
                <a:latin typeface="Calibri"/>
                <a:ea typeface="Calibri"/>
                <a:cs typeface="Calibri"/>
              </a:rPr>
              <a:t>Lunch and dinner: lunch usually provides the largest amount of energy and nutrients, and dinner should complement it in a balanced way.</a:t>
            </a:r>
          </a:p>
        </p:txBody>
      </p:sp>
      <p:sp>
        <p:nvSpPr>
          <p:cNvPr id="26" name="">
            <a:extLst xmlns:a="http://schemas.openxmlformats.org/drawingml/2006/main">
              <a:ext uri="{FF2B5EF4-FFF2-40B4-BE49-F238E27FC236}">
                <a16:creationId xmlns:a16="http://schemas.microsoft.com/office/drawing/2014/main" id="{E9FEE668-9AC2-4279-8F21-B17643F43768}"/>
              </a:ext>
            </a:extLst>
          </p:cNvPr>
          <p:cNvSpPr>
            <a:spLocks xmlns:a="http://schemas.openxmlformats.org/drawingml/2006/main" noGrp="1"/>
          </p:cNvSpPr>
          <p:nvPr/>
        </p:nvSpPr>
        <p:spPr>
          <a:xfrm xmlns:a="http://schemas.openxmlformats.org/drawingml/2006/main">
            <a:off x="3571875" y="400050"/>
            <a:ext cx="3714750" cy="523875"/>
          </a:xfrm>
          <a:prstGeom xmlns:a="http://schemas.openxmlformats.org/drawingml/2006/main" prst="rect">
            <a:avLst/>
          </a:prstGeom>
          <a:solidFill xmlns:a="http://schemas.openxmlformats.org/drawingml/2006/main">
            <a:srgbClr val="096AD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E5F4C53-576A-4B6C-9BFC-C94184037EDF}"/>
              </a:ext>
            </a:extLst>
          </p:cNvPr>
          <p:cNvSpPr>
            <a:spLocks xmlns:a="http://schemas.openxmlformats.org/drawingml/2006/main" noGrp="1"/>
          </p:cNvSpPr>
          <p:nvPr/>
        </p:nvSpPr>
        <p:spPr>
          <a:xfrm xmlns:a="http://schemas.openxmlformats.org/drawingml/2006/main">
            <a:off x="3571875" y="4000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3525">
                <a:solidFill>
                  <a:srgbClr val="FFFFFF"/>
                </a:solidFill>
                <a:latin typeface="Calibri"/>
                <a:ea typeface="Calibri"/>
                <a:cs typeface="Calibri"/>
              </a:defRPr>
            </a:defPPr>
          </a:lstStyle>
          <a:p xmlns:a="http://schemas.openxmlformats.org/drawingml/2006/main">
            <a:pPr algn="ctr">
              <a:defRPr sz="3525">
                <a:solidFill>
                  <a:srgbClr val="FFFFFF"/>
                </a:solidFill>
                <a:latin typeface="Calibri"/>
                <a:ea typeface="Calibri"/>
                <a:cs typeface="Calibri"/>
              </a:defRPr>
            </a:pPr>
            <a:r>
              <a:rPr sz="3525">
                <a:solidFill>
                  <a:srgbClr val="FFFFFF"/>
                </a:solidFill>
                <a:latin typeface="Calibri"/>
                <a:ea typeface="Calibri"/>
                <a:cs typeface="Calibri"/>
              </a:rPr>
              <a:t>BREAKFASTS</a:t>
            </a:r>
          </a:p>
        </p:txBody>
      </p:sp>
      <p:sp>
        <p:nvSpPr>
          <p:cNvPr id="28" name="">
            <a:extLst xmlns:a="http://schemas.openxmlformats.org/drawingml/2006/main">
              <a:ext uri="{FF2B5EF4-FFF2-40B4-BE49-F238E27FC236}">
                <a16:creationId xmlns:a16="http://schemas.microsoft.com/office/drawing/2014/main" id="{C6767785-620B-4753-BB5C-AD114AAF2198}"/>
              </a:ext>
            </a:extLst>
          </p:cNvPr>
          <p:cNvSpPr>
            <a:spLocks xmlns:a="http://schemas.openxmlformats.org/drawingml/2006/main" noGrp="1"/>
          </p:cNvSpPr>
          <p:nvPr/>
        </p:nvSpPr>
        <p:spPr>
          <a:xfrm xmlns:a="http://schemas.openxmlformats.org/drawingml/2006/main">
            <a:off x="361950" y="3000375"/>
            <a:ext cx="3848100" cy="1219200"/>
          </a:xfrm>
          <a:prstGeom xmlns:a="http://schemas.openxmlformats.org/drawingml/2006/main" prst="rect">
            <a:avLst/>
          </a:prstGeom>
          <a:solidFill xmlns:a="http://schemas.openxmlformats.org/drawingml/2006/main">
            <a:srgbClr val="FF33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B4FAF00-7BD9-4044-9258-73FBD1D1B0F9}"/>
              </a:ext>
            </a:extLst>
          </p:cNvPr>
          <p:cNvSpPr>
            <a:spLocks xmlns:a="http://schemas.openxmlformats.org/drawingml/2006/main" noGrp="1"/>
          </p:cNvSpPr>
          <p:nvPr/>
        </p:nvSpPr>
        <p:spPr>
          <a:xfrm xmlns:a="http://schemas.openxmlformats.org/drawingml/2006/main">
            <a:off x="361950" y="3000375"/>
            <a:ext cx="38481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3450">
                <a:solidFill>
                  <a:srgbClr val="FFFFFF"/>
                </a:solidFill>
                <a:latin typeface="Calibri"/>
                <a:ea typeface="Calibri"/>
                <a:cs typeface="Calibri"/>
              </a:defRPr>
            </a:defPPr>
          </a:lstStyle>
          <a:p xmlns:a="http://schemas.openxmlformats.org/drawingml/2006/main">
            <a:pPr algn="ctr">
              <a:defRPr sz="3450">
                <a:solidFill>
                  <a:srgbClr val="FFFFFF"/>
                </a:solidFill>
                <a:latin typeface="Calibri"/>
                <a:ea typeface="Calibri"/>
                <a:cs typeface="Calibri"/>
              </a:defRPr>
            </a:pPr>
            <a:r>
              <a:rPr sz="3450">
                <a:solidFill>
                  <a:srgbClr val="FFFFFF"/>
                </a:solidFill>
                <a:latin typeface="Calibri"/>
                <a:ea typeface="Calibri"/>
                <a:cs typeface="Calibri"/>
              </a:rPr>
              <a:t>FOR CHILDREN!</a:t>
            </a:r>
          </a:p>
        </p:txBody>
      </p:sp>
    </p:spTree>
    <p:extLst>
      <p:ext uri="{BB962C8B-B14F-4D97-AF65-F5344CB8AC3E}">
        <p14:creationId xmlns:p14="http://schemas.microsoft.com/office/powerpoint/2010/main" val="1859560486"/>
      </p:ext>
    </p:extLst>
  </p:cSld>
</p:sld>
</file>

<file path=ppt/slides/slide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35A04CF-97D4-4FF7-B359-C546B1F62E54}"/>
              </a:ext>
            </a:extLst>
          </p:cNvPr>
          <p:cNvSpPr>
            <a:spLocks xmlns:a="http://schemas.openxmlformats.org/drawingml/2006/main" noGrp="1"/>
          </p:cNvSpPr>
          <p:nvPr/>
        </p:nvSpPr>
        <p:spPr>
          <a:xfrm xmlns:a="http://schemas.openxmlformats.org/drawingml/2006/main">
            <a:off x="0" y="0"/>
            <a:ext cx="12191999" cy="6858000"/>
          </a:xfrm>
          <a:prstGeom xmlns:a="http://schemas.openxmlformats.org/drawingml/2006/main" prst="rect">
            <a:avLst/>
          </a:prstGeom>
          <a:solidFill xmlns:a="http://schemas.openxmlformats.org/drawingml/2006/main">
            <a:schemeClr val="bg1">
              <a:lumMod val="8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Freeform: Shape 10">
            <a:extLst xmlns:a="http://schemas.openxmlformats.org/drawingml/2006/main">
              <a:ext uri="{FF2B5EF4-FFF2-40B4-BE49-F238E27FC236}">
                <a16:creationId xmlns:a16="http://schemas.microsoft.com/office/drawing/2014/main" id="{1DE7243B-5109-444B-8FAF-7437C66BC0E9}"/>
              </a:ext>
            </a:extLst>
          </p:cNvPr>
          <p:cNvSpPr>
            <a:spLocks xmlns:a="http://schemas.openxmlformats.org/drawingml/2006/main" noGrp="1"/>
          </p:cNvSpPr>
          <p:nvPr/>
        </p:nvSpPr>
        <p:spPr>
          <a:xfrm xmlns:a="http://schemas.openxmlformats.org/drawingml/2006/main" flipH="1">
            <a:off x="0" y="0"/>
            <a:ext cx="4421332" cy="6858000"/>
          </a:xfrm>
          <a:custGeom xmlns:a="http://schemas.openxmlformats.org/drawingml/2006/main">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xmlns:a="http://schemas.openxmlformats.org/drawingml/2006/main">
            <a:srgbClr val="FFFFFF">
              <a:alpha val="8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strike="noStrike" kern="1200" cap="none" spc="0" baseline="0">
              <a:ln>
                <a:noFill/>
              </a:ln>
              <a:solidFill>
                <a:prstClr val="white"/>
              </a:solidFill>
              <a:latin typeface="Calibri"/>
              <a:ea typeface="Calibri"/>
              <a:cs typeface="Calibri"/>
            </a:endParaRPr>
          </a:p>
        </p:txBody>
      </p:sp>
      <p:sp>
        <p:nvSpPr>
          <p:cNvPr id="13" name="Freeform: Shape 12">
            <a:extLst xmlns:a="http://schemas.openxmlformats.org/drawingml/2006/main">
              <a:ext uri="{FF2B5EF4-FFF2-40B4-BE49-F238E27FC236}">
                <a16:creationId xmlns:a16="http://schemas.microsoft.com/office/drawing/2014/main" id="{4C5D6221-DA7B-4611-AA26-7D8E349FDE96}"/>
              </a:ext>
            </a:extLst>
          </p:cNvPr>
          <p:cNvSpPr>
            <a:spLocks xmlns:a="http://schemas.openxmlformats.org/drawingml/2006/main" noGrp="1"/>
          </p:cNvSpPr>
          <p:nvPr/>
        </p:nvSpPr>
        <p:spPr>
          <a:xfrm xmlns:a="http://schemas.openxmlformats.org/drawingml/2006/main">
            <a:off x="1" y="0"/>
            <a:ext cx="4232227" cy="6858000"/>
          </a:xfrm>
          <a:custGeom xmlns:a="http://schemas.openxmlformats.org/drawingml/2006/main">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xmlns:a="http://schemas.openxmlformats.org/drawingml/2006/main">
            <a:srgbClr val="40404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strike="noStrike" kern="1200" cap="none" spc="0" baseline="0">
              <a:ln>
                <a:noFill/>
              </a:ln>
              <a:solidFill>
                <a:prstClr val="white"/>
              </a:solidFill>
              <a:latin typeface="Calibri"/>
              <a:ea typeface="Calibri"/>
              <a:cs typeface="Calibri"/>
            </a:endParaRPr>
          </a:p>
        </p:txBody>
      </p:sp>
      <p:sp>
        <p:nvSpPr>
          <p:cNvPr id="2" name="Título 1">
            <a:extLst xmlns:a="http://schemas.openxmlformats.org/drawingml/2006/main">
              <a:ext uri="{FF2B5EF4-FFF2-40B4-BE49-F238E27FC236}">
                <a16:creationId xmlns:a16="http://schemas.microsoft.com/office/drawing/2014/main" id="{4F804E21-9D21-448F-9622-D34E9D4CBCA3}"/>
              </a:ext>
            </a:extLst>
          </p:cNvPr>
          <p:cNvSpPr>
            <a:spLocks xmlns:a="http://schemas.openxmlformats.org/drawingml/2006/main" noGrp="1"/>
          </p:cNvSpPr>
          <p:nvPr>
            <p:ph type="title" idx="0"/>
          </p:nvPr>
        </p:nvSpPr>
        <p:spPr>
          <a:xfrm xmlns:a="http://schemas.openxmlformats.org/drawingml/2006/main">
            <a:off x="804672" y="1412489"/>
            <a:ext cx="2871095" cy="2156621"/>
          </a:xfrm>
        </p:spPr>
        <p:txBody>
          <a:bodyPr xmlns:a="http://schemas.openxmlformats.org/drawingml/2006/main" anchor="t">
            <a:normAutofit fontScale="100000"/>
          </a:bodyPr>
          <a:lstStyle xmlns:a="http://schemas.openxmlformats.org/drawingml/2006/main">
            <a:defPPr algn="l">
              <a:defRPr sz="3600">
                <a:solidFill>
                  <a:srgbClr val="FFFFFF"/>
                </a:solidFill>
                <a:latin typeface="Calibri Light"/>
                <a:ea typeface="Calibri Light"/>
                <a:cs typeface="Calibri Light"/>
              </a:defRPr>
            </a:defPPr>
          </a:lstStyle>
          <a:p xmlns:a="http://schemas.openxmlformats.org/drawingml/2006/main">
            <a:pPr algn="l">
              <a:defRPr sz="3600">
                <a:solidFill>
                  <a:srgbClr val="FFFFFF"/>
                </a:solidFill>
                <a:latin typeface="Calibri Light"/>
                <a:ea typeface="Calibri Light"/>
                <a:cs typeface="Calibri Light"/>
              </a:defRPr>
            </a:pPr>
            <a:r>
              <a:rPr sz="3600">
                <a:solidFill>
                  <a:srgbClr val="FFFFFF"/>
                </a:solidFill>
                <a:highlight>
                  <a:srgbClr val="C0C0C0"/>
                </a:highlight>
                <a:latin typeface="Calibri Light"/>
                <a:ea typeface="Calibri Light"/>
                <a:cs typeface="Calibri Light"/>
              </a:rPr>
              <a:t>My Breakfast and Lunch</a:t>
            </a:r>
          </a:p>
        </p:txBody>
      </p:sp>
      <p:sp>
        <p:nvSpPr>
          <p:cNvPr id="3" name="Marcador de contenido 2">
            <a:extLst xmlns:a="http://schemas.openxmlformats.org/drawingml/2006/main">
              <a:ext uri="{FF2B5EF4-FFF2-40B4-BE49-F238E27FC236}">
                <a16:creationId xmlns:a16="http://schemas.microsoft.com/office/drawing/2014/main" id="{82C12E89-2CFD-45A7-9B22-E50425EFC570}"/>
              </a:ext>
            </a:extLst>
          </p:cNvPr>
          <p:cNvSpPr>
            <a:spLocks xmlns:a="http://schemas.openxmlformats.org/drawingml/2006/main" noGrp="1"/>
          </p:cNvSpPr>
          <p:nvPr>
            <p:ph idx="1"/>
          </p:nvPr>
        </p:nvSpPr>
        <p:spPr>
          <a:xfrm xmlns:a="http://schemas.openxmlformats.org/drawingml/2006/main">
            <a:off x="4689477" y="281354"/>
            <a:ext cx="3435596" cy="6316394"/>
          </a:xfrm>
        </p:spPr>
        <p:txBody>
          <a:bodyPr xmlns:a="http://schemas.openxmlformats.org/drawingml/2006/main">
            <a:normAutofit fontScale="100000"/>
          </a:bodyPr>
          <a:lstStyle xmlns:a="http://schemas.openxmlformats.org/drawingml/2006/main">
            <a:defPPr algn="l">
              <a:defRPr sz="1116">
                <a:solidFill>
                  <a:srgbClr val="843C0B"/>
                </a:solidFill>
                <a:latin typeface="Castellar"/>
                <a:ea typeface="Castellar"/>
                <a:cs typeface="Castellar"/>
              </a:defRPr>
            </a:defPPr>
          </a:lstStyle>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Monday: Milk, bread with tomato, olive oil and Serrano ham.</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Beef stew with potatoes, carrots and peas.</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Manchego cheese.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Apple.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Tuesday: Milk, toast with jam and butter.</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Juice.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Roast meat with chips, mushrooms and peas.</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Lettuce, tomato and asparagus salad.</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Apple.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Wednesday: Milk. Cereal flakes.</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Juice.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Spanish stew and pear.</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Thursday: Milk, wholemeal bread with honey or jam, and orange juice.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Pulses and vegetable stew: chickpeas, spinach, potatoes and carrots.</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Minced-meat patties with salad.</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Yoghurt.</a:t>
            </a:r>
            <a:endParaRPr sz="1200">
              <a:solidFill>
                <a:schemeClr val="accent2">
                  <a:lumMod val="50000"/>
                </a:schemeClr>
              </a:solidFill>
              <a:latin typeface="Castellar"/>
              <a:ea typeface="Castellar"/>
              <a:cs typeface="Castellar"/>
            </a:endParaRPr>
          </a:p>
        </p:txBody>
      </p:sp>
      <p:sp>
        <p:nvSpPr>
          <p:cNvPr id="4" name="Marcador de contenido 3">
            <a:extLst xmlns:a="http://schemas.openxmlformats.org/drawingml/2006/main">
              <a:ext uri="{FF2B5EF4-FFF2-40B4-BE49-F238E27FC236}">
                <a16:creationId xmlns:a16="http://schemas.microsoft.com/office/drawing/2014/main" id="{6F0CABF3-829E-4BFA-95D2-056DF0F4C64D}"/>
              </a:ext>
            </a:extLst>
          </p:cNvPr>
          <p:cNvSpPr>
            <a:spLocks xmlns:a="http://schemas.openxmlformats.org/drawingml/2006/main" noGrp="1"/>
          </p:cNvSpPr>
          <p:nvPr>
            <p:ph idx="2"/>
          </p:nvPr>
        </p:nvSpPr>
        <p:spPr>
          <a:xfrm xmlns:a="http://schemas.openxmlformats.org/drawingml/2006/main">
            <a:off x="8451604" y="281354"/>
            <a:ext cx="3435596" cy="6189784"/>
          </a:xfrm>
        </p:spPr>
        <p:txBody>
          <a:bodyPr xmlns:a="http://schemas.openxmlformats.org/drawingml/2006/main">
            <a:normAutofit fontScale="100000"/>
          </a:bodyPr>
          <a:lstStyle xmlns:a="http://schemas.openxmlformats.org/drawingml/2006/main">
            <a:defPPr algn="l">
              <a:defRPr sz="1116">
                <a:solidFill>
                  <a:srgbClr val="843C0B"/>
                </a:solidFill>
                <a:latin typeface="Castellar"/>
                <a:ea typeface="Castellar"/>
                <a:cs typeface="Castellar"/>
              </a:defRPr>
            </a:defPPr>
          </a:lstStyle>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Friday: Milk and toast with olive oil.</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Fruit juice.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Minced-meat cannelloni.</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Lettuce, tomato, onion, carrot and pepper salad.</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Orange.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Saturday: Milk, wholemeal crackers with melted cheese.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Juice.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Cream of vegetable soup.</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White rice with a fried egg and tomato sauce.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Banana.</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Sunday: Chocolate with toast.</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Juice.</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Lentil stew with rice, potatoes and carrots.</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Chicken salad.</a:t>
            </a:r>
          </a:p>
          <a:p xmlns:a="http://schemas.openxmlformats.org/drawingml/2006/main">
            <a:pPr algn="l">
              <a:defRPr sz="1116">
                <a:solidFill>
                  <a:srgbClr val="843C0B"/>
                </a:solidFill>
                <a:latin typeface="Castellar"/>
                <a:ea typeface="Castellar"/>
                <a:cs typeface="Castellar"/>
              </a:defRPr>
            </a:pPr>
            <a:r>
              <a:rPr sz="1116">
                <a:solidFill>
                  <a:srgbClr val="843C0B"/>
                </a:solidFill>
                <a:latin typeface="Castellar"/>
                <a:ea typeface="Castellar"/>
                <a:cs typeface="Castellar"/>
              </a:rPr>
              <a:t>Fruit salad.</a:t>
            </a:r>
          </a:p>
        </p:txBody>
      </p:sp>
    </p:spTree>
    <p:extLst>
      <p:ext uri="{BB962C8B-B14F-4D97-AF65-F5344CB8AC3E}">
        <p14:creationId xmlns:p14="http://schemas.microsoft.com/office/powerpoint/2010/main" val="876506818"/>
      </p:ext>
    </p:extLst>
  </p:cSld>
</p:sld>
</file>

<file path=ppt/slides/slide6.xml><?xml version="1.0" encoding="utf-8"?>
<p:sld xmlns:p="http://schemas.openxmlformats.org/presentationml/2006/main">
  <p:cSld>
    <p:bg>
      <p:bgPr>
        <a:solidFill xmlns:a="http://schemas.openxmlformats.org/drawingml/2006/main">
          <a:schemeClr val="bg1">
            <a:tint val="95000"/>
            <a:satMod val="170000"/>
          </a:schemeClr>
        </a:solidFill>
      </p:bgPr>
    </p:bg>
    <p:spTree>
      <p:nvGrpSpPr>
        <p:cNvPr id="1" name=""/>
        <p:cNvGrpSpPr/>
        <p:nvPr/>
      </p:nvGrpSpPr>
      <p:grpSpPr>
        <a:xfrm xmlns:a="http://schemas.openxmlformats.org/drawingml/2006/main"/>
      </p:grpSpPr>
      <p:sp>
        <p:nvSpPr>
          <p:cNvPr id="37" name="Freeform: Shape 36">
            <a:extLst xmlns:a="http://schemas.openxmlformats.org/drawingml/2006/main">
              <a:ext uri="{FF2B5EF4-FFF2-40B4-BE49-F238E27FC236}">
                <a16:creationId xmlns:a16="http://schemas.microsoft.com/office/drawing/2014/main" id="{1DE7243B-5109-444B-8FAF-7437C66BC0E9}"/>
              </a:ext>
            </a:extLst>
          </p:cNvPr>
          <p:cNvSpPr>
            <a:spLocks xmlns:a="http://schemas.openxmlformats.org/drawingml/2006/main" noGrp="1"/>
          </p:cNvSpPr>
          <p:nvPr/>
        </p:nvSpPr>
        <p:spPr>
          <a:xfrm xmlns:a="http://schemas.openxmlformats.org/drawingml/2006/main" flipH="1">
            <a:off x="0" y="0"/>
            <a:ext cx="4421332" cy="6858000"/>
          </a:xfrm>
          <a:custGeom xmlns:a="http://schemas.openxmlformats.org/drawingml/2006/main">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xmlns:a="http://schemas.openxmlformats.org/drawingml/2006/main">
            <a:srgbClr val="FFFFFF">
              <a:alpha val="8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strike="noStrike" kern="1200" cap="none" spc="0" baseline="0">
              <a:ln>
                <a:noFill/>
              </a:ln>
              <a:solidFill>
                <a:prstClr val="white"/>
              </a:solidFill>
              <a:latin typeface="Calibri"/>
              <a:ea typeface="Calibri"/>
              <a:cs typeface="Calibri"/>
            </a:endParaRPr>
          </a:p>
        </p:txBody>
      </p:sp>
      <p:sp>
        <p:nvSpPr>
          <p:cNvPr id="39" name="Freeform: Shape 38">
            <a:extLst xmlns:a="http://schemas.openxmlformats.org/drawingml/2006/main">
              <a:ext uri="{FF2B5EF4-FFF2-40B4-BE49-F238E27FC236}">
                <a16:creationId xmlns:a16="http://schemas.microsoft.com/office/drawing/2014/main" id="{4C5D6221-DA7B-4611-AA26-7D8E349FDE96}"/>
              </a:ext>
            </a:extLst>
          </p:cNvPr>
          <p:cNvSpPr>
            <a:spLocks xmlns:a="http://schemas.openxmlformats.org/drawingml/2006/main" noGrp="1"/>
          </p:cNvSpPr>
          <p:nvPr/>
        </p:nvSpPr>
        <p:spPr>
          <a:xfrm xmlns:a="http://schemas.openxmlformats.org/drawingml/2006/main">
            <a:off x="1" y="0"/>
            <a:ext cx="4232227" cy="6858000"/>
          </a:xfrm>
          <a:custGeom xmlns:a="http://schemas.openxmlformats.org/drawingml/2006/main">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xmlns:a="http://schemas.openxmlformats.org/drawingml/2006/main">
            <a:schemeClr val="tx1">
              <a:lumMod val="75000"/>
              <a:lumOff val="2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strike="noStrike" kern="1200" cap="none" spc="0" baseline="0">
              <a:ln>
                <a:noFill/>
              </a:ln>
              <a:solidFill>
                <a:prstClr val="white"/>
              </a:solidFill>
              <a:latin typeface="Calibri"/>
              <a:ea typeface="Calibri"/>
              <a:cs typeface="Calibri"/>
            </a:endParaRPr>
          </a:p>
        </p:txBody>
      </p:sp>
      <p:sp>
        <p:nvSpPr>
          <p:cNvPr id="2" name="Título 1">
            <a:extLst xmlns:a="http://schemas.openxmlformats.org/drawingml/2006/main">
              <a:ext uri="{FF2B5EF4-FFF2-40B4-BE49-F238E27FC236}">
                <a16:creationId xmlns:a16="http://schemas.microsoft.com/office/drawing/2014/main" id="{0184965A-E2BF-42D9-9D50-3321B11EE0BF}"/>
              </a:ext>
            </a:extLst>
          </p:cNvPr>
          <p:cNvSpPr>
            <a:spLocks xmlns:a="http://schemas.openxmlformats.org/drawingml/2006/main" noGrp="1"/>
          </p:cNvSpPr>
          <p:nvPr>
            <p:ph type="title" idx="0"/>
          </p:nvPr>
        </p:nvSpPr>
        <p:spPr>
          <a:xfrm xmlns:a="http://schemas.openxmlformats.org/drawingml/2006/main">
            <a:off x="804672" y="1412489"/>
            <a:ext cx="2871095" cy="2127124"/>
          </a:xfrm>
        </p:spPr>
        <p:txBody>
          <a:bodyPr xmlns:a="http://schemas.openxmlformats.org/drawingml/2006/main" anchor="t">
            <a:normAutofit fontScale="100000"/>
          </a:bodyPr>
          <a:lstStyle xmlns:a="http://schemas.openxmlformats.org/drawingml/2006/main">
            <a:defPPr algn="l">
              <a:defRPr sz="3600">
                <a:solidFill>
                  <a:srgbClr val="000000"/>
                </a:solidFill>
                <a:latin typeface="Calibri Light"/>
                <a:ea typeface="Calibri Light"/>
                <a:cs typeface="Calibri Light"/>
              </a:defRPr>
            </a:defPPr>
          </a:lstStyle>
          <a:p xmlns:a="http://schemas.openxmlformats.org/drawingml/2006/main">
            <a:pPr algn="l">
              <a:defRPr sz="3600">
                <a:solidFill>
                  <a:srgbClr val="000000"/>
                </a:solidFill>
                <a:latin typeface="Calibri Light"/>
                <a:ea typeface="Calibri Light"/>
                <a:cs typeface="Calibri Light"/>
              </a:defRPr>
            </a:pPr>
            <a:r>
              <a:rPr sz="3600">
                <a:solidFill>
                  <a:srgbClr val="000000"/>
                </a:solidFill>
                <a:highlight>
                  <a:srgbClr val="C0C0C0"/>
                </a:highlight>
                <a:latin typeface="Calibri Light"/>
                <a:ea typeface="Calibri Light"/>
                <a:cs typeface="Calibri Light"/>
              </a:rPr>
              <a:t>My Afternoon Snack and Dinner</a:t>
            </a:r>
          </a:p>
        </p:txBody>
      </p:sp>
      <p:sp>
        <p:nvSpPr>
          <p:cNvPr id="3" name="Marcador de contenido 2">
            <a:extLst xmlns:a="http://schemas.openxmlformats.org/drawingml/2006/main">
              <a:ext uri="{FF2B5EF4-FFF2-40B4-BE49-F238E27FC236}">
                <a16:creationId xmlns:a16="http://schemas.microsoft.com/office/drawing/2014/main" id="{F6EC7981-5536-434B-9722-393A9D4CB5B7}"/>
              </a:ext>
            </a:extLst>
          </p:cNvPr>
          <p:cNvSpPr>
            <a:spLocks xmlns:a="http://schemas.openxmlformats.org/drawingml/2006/main" noGrp="1"/>
          </p:cNvSpPr>
          <p:nvPr>
            <p:ph idx="1"/>
          </p:nvPr>
        </p:nvSpPr>
        <p:spPr>
          <a:xfrm xmlns:a="http://schemas.openxmlformats.org/drawingml/2006/main">
            <a:off x="4684542" y="168812"/>
            <a:ext cx="3440531" cy="6499274"/>
          </a:xfrm>
        </p:spPr>
        <p:txBody>
          <a:bodyPr xmlns:a="http://schemas.openxmlformats.org/drawingml/2006/main">
            <a:normAutofit fontScale="100000"/>
          </a:bodyPr>
          <a:lstStyle xmlns:a="http://schemas.openxmlformats.org/drawingml/2006/main">
            <a:defPPr algn="l">
              <a:defRPr sz="1200">
                <a:solidFill>
                  <a:srgbClr val="F8CBAD"/>
                </a:solidFill>
                <a:latin typeface="Castellar"/>
                <a:ea typeface="Castellar"/>
                <a:cs typeface="Castellar"/>
              </a:defRPr>
            </a:defPPr>
          </a:lstStyle>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Monday: Yoghurt and a portion of fruit.</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Vegetable purée.</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Grilled fish with tomato slices.</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A portion of fruit and a glass of milk.</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Tuesday: Ham and cheese sandwich.</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Baked hake with potatoes.</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A portion of fruit and yoghurt.</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Wednesday: Cake and juice.</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Fried fish with lettuce, tomato and carrot.</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Banana.</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Thursday: Almonds and apple.</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Noodle soup.</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Fish fillet with salad.</a:t>
            </a:r>
          </a:p>
          <a:p xmlns:a="http://schemas.openxmlformats.org/drawingml/2006/main">
            <a:pPr algn="l">
              <a:defRPr sz="1200">
                <a:solidFill>
                  <a:srgbClr val="F8CBAD"/>
                </a:solidFill>
                <a:latin typeface="Castellar"/>
                <a:ea typeface="Castellar"/>
                <a:cs typeface="Castellar"/>
              </a:defRPr>
            </a:pPr>
            <a:r>
              <a:rPr sz="1200">
                <a:solidFill>
                  <a:srgbClr val="F8CBAD"/>
                </a:solidFill>
                <a:latin typeface="Castellar"/>
                <a:ea typeface="Castellar"/>
                <a:cs typeface="Castellar"/>
              </a:rPr>
              <a:t>A portion of fruit and milk.</a:t>
            </a:r>
            <a:endParaRPr sz="1200">
              <a:solidFill>
                <a:schemeClr val="accent2">
                  <a:lumMod val="40000"/>
                  <a:lumOff val="60000"/>
                </a:schemeClr>
              </a:solidFill>
              <a:latin typeface="Castellar"/>
              <a:ea typeface="Castellar"/>
              <a:cs typeface="Castellar"/>
            </a:endParaRPr>
          </a:p>
        </p:txBody>
      </p:sp>
      <p:sp>
        <p:nvSpPr>
          <p:cNvPr id="4" name="Marcador de contenido 3">
            <a:extLst xmlns:a="http://schemas.openxmlformats.org/drawingml/2006/main">
              <a:ext uri="{FF2B5EF4-FFF2-40B4-BE49-F238E27FC236}">
                <a16:creationId xmlns:a16="http://schemas.microsoft.com/office/drawing/2014/main" id="{BD24DFC4-C08A-4DCF-8B4A-1D5181C72040}"/>
              </a:ext>
            </a:extLst>
          </p:cNvPr>
          <p:cNvSpPr>
            <a:spLocks xmlns:a="http://schemas.openxmlformats.org/drawingml/2006/main" noGrp="1"/>
          </p:cNvSpPr>
          <p:nvPr>
            <p:ph idx="2"/>
          </p:nvPr>
        </p:nvSpPr>
        <p:spPr>
          <a:xfrm xmlns:a="http://schemas.openxmlformats.org/drawingml/2006/main">
            <a:off x="8451604" y="168812"/>
            <a:ext cx="3337122" cy="6358597"/>
          </a:xfrm>
        </p:spPr>
        <p:txBody>
          <a:bodyPr xmlns:a="http://schemas.openxmlformats.org/drawingml/2006/main">
            <a:normAutofit fontScale="100000"/>
          </a:bodyPr>
          <a:lstStyle xmlns:a="http://schemas.openxmlformats.org/drawingml/2006/main">
            <a:defPPr algn="l">
              <a:defRPr sz="1300">
                <a:solidFill>
                  <a:srgbClr val="F8CBAD"/>
                </a:solidFill>
                <a:latin typeface="Castellar"/>
                <a:ea typeface="Castellar"/>
                <a:cs typeface="Castellar"/>
              </a:defRPr>
            </a:defPPr>
          </a:lstStyle>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Friday: Turkey sandwich and kiwi.</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Spanish potato omelette with tomato sauce.</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A portion of fruit and milk.</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Saturday: A portion of fruit and a glass of milk.</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Vegetable soup.</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Plain omelette with salad.</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Banana and milk.</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Sunday: Fruit yoghurt.</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Fish in sauce.</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Fruit salad.</a:t>
            </a:r>
          </a:p>
          <a:p xmlns:a="http://schemas.openxmlformats.org/drawingml/2006/main">
            <a:pPr algn="l">
              <a:defRPr sz="1300">
                <a:solidFill>
                  <a:srgbClr val="F8CBAD"/>
                </a:solidFill>
                <a:latin typeface="Castellar"/>
                <a:ea typeface="Castellar"/>
                <a:cs typeface="Castellar"/>
              </a:defRPr>
            </a:pPr>
            <a:r>
              <a:rPr sz="1300">
                <a:solidFill>
                  <a:srgbClr val="F8CBAD"/>
                </a:solidFill>
                <a:latin typeface="Castellar"/>
                <a:ea typeface="Castellar"/>
                <a:cs typeface="Castellar"/>
              </a:rPr>
              <a:t>Yoghurt or a glass of milk.</a:t>
            </a:r>
            <a:endParaRPr sz="1300">
              <a:solidFill>
                <a:schemeClr val="accent2">
                  <a:lumMod val="40000"/>
                  <a:lumOff val="60000"/>
                </a:schemeClr>
              </a:solidFill>
              <a:latin typeface="Castellar"/>
              <a:ea typeface="Castellar"/>
              <a:cs typeface="Castellar"/>
            </a:endParaRPr>
          </a:p>
        </p:txBody>
      </p:sp>
    </p:spTree>
    <p:extLst>
      <p:ext uri="{BB962C8B-B14F-4D97-AF65-F5344CB8AC3E}">
        <p14:creationId xmlns:p14="http://schemas.microsoft.com/office/powerpoint/2010/main" val="861992103"/>
      </p:ext>
    </p:extLst>
  </p:cSld>
  <p:clrMapOvr>
    <a:overrideClrMapping xmlns:a="http://schemas.openxmlformats.org/drawingml/2006/main"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2026-10-11T21:28:13.4490000Z</dcterms:created>
  <dcterms:modified xsi:type="dcterms:W3CDTF">2026-10-11T21:28:13.4490000Z</dcterms:modified>
</coreProperties>
</file>